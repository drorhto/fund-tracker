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1387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7581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54172" y="2560320"/>
            <a:ext cx="689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20584" y="2944368"/>
            <a:ext cx="80257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20508" y="3328415"/>
            <a:ext cx="110265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6927" y="1792224"/>
            <a:ext cx="10781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1301" y="2176272"/>
            <a:ext cx="2837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76957" y="2560320"/>
            <a:ext cx="8580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-2.56%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2996" y="2944368"/>
            <a:ext cx="102204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-3.05%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01104" y="1792224"/>
            <a:ext cx="124581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-8.17%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65115" y="2176272"/>
            <a:ext cx="8818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-5.78%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221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485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1.19%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85535" y="2944368"/>
            <a:ext cx="8613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-5.65%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-8.69%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1.6055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1.8057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2.0499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1.1745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1.8497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2026-10-15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24678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32165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03304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0945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12.36%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81562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049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21.45%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76850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00555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-30.17%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36.30%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文件路径：reports/2026-10-16.pptx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文件路径：reports/2026-10-16.md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