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-4.89%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297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9862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982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711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86965" y="2560320"/>
            <a:ext cx="23619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28797" y="3328415"/>
            <a:ext cx="8943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255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634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691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988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5709" y="2560320"/>
            <a:ext cx="2893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89254" y="2944368"/>
            <a:ext cx="2457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95428" y="1792224"/>
            <a:ext cx="3514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19453" y="2176272"/>
            <a:ext cx="22746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17403" y="2560320"/>
            <a:ext cx="1295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44856" y="2944368"/>
            <a:ext cx="40206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1.7972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1.8496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2.0127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1.2465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2.1486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749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7792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033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44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640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5260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5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9263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42.49%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