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698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877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55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43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77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63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370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589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10459" y="1792224"/>
            <a:ext cx="13245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8729" y="2176272"/>
            <a:ext cx="6363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4655" y="2560320"/>
            <a:ext cx="100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67977" y="2944368"/>
            <a:ext cx="767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7497" y="2176272"/>
            <a:ext cx="9794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860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7866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59762" y="2944368"/>
            <a:ext cx="9871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57917" y="3328415"/>
            <a:ext cx="689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1.6737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1.2071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1.9631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08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71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107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74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496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2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56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450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-26.23%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文件路径：reports/2026-10-02.pptx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文件路径：reports/2026-10-02.md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