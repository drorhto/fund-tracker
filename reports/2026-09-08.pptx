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34291" y="1792224"/>
            <a:ext cx="28886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245" y="2176272"/>
            <a:ext cx="77791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04872" y="2560320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92152" y="2944368"/>
            <a:ext cx="13100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96338" y="2176272"/>
            <a:ext cx="3387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9333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409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65903" y="2944368"/>
            <a:ext cx="12691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25404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480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99516" y="1792224"/>
            <a:ext cx="94740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80360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624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40020" y="2560320"/>
            <a:ext cx="4068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46096" y="2944368"/>
            <a:ext cx="2008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-3.81%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1.7432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1.9090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2.0280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1.2401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2.0267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3400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066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58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4223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39.65%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文件路径：reports/2026-09-08.pptx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文件路径：reports/2026-09-08.md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