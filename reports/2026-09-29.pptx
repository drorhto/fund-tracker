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2026-09-29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-0.71%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-0.96%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62076" y="2176272"/>
            <a:ext cx="6108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5721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26093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71355" y="2944368"/>
            <a:ext cx="1518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79016" y="3328415"/>
            <a:ext cx="74414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-3.47%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52833" y="2176272"/>
            <a:ext cx="38220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32037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113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3.45%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44915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9912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22250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3264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2104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-5.76%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54132" y="2176272"/>
            <a:ext cx="59278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-2.57%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92145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14093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4.00%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78378" y="2944368"/>
            <a:ext cx="6854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05617" y="3328415"/>
            <a:ext cx="413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1.6670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2.0905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1.2399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2.0044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6277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0357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2450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8906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764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6426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21.35%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1236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8208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-25.51%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37.20%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文件路径：reports/2026-09-29.pptx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文件路径：reports/2026-09-29.md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