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FUND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基金组合日报 2026-10-27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530352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1A2026"/>
                </a:solidFill>
                <a:latin typeface="Microsoft YaHei"/>
              </a:rPr>
              <a:t>真实净值驱动的每日组合快照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603504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65707D"/>
                </a:solidFill>
                <a:latin typeface="Microsoft YaHei"/>
              </a:rPr>
              <a:t>含收益表现、回撤波动、数据源状态与高风险基金提示。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平均日涨跌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-0.30%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平均近1月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-5.94%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回撤或波动触发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真实数据失败数量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25603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今日风险判断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47488"/>
            <a:ext cx="10149840" cy="73152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248656"/>
            <a:ext cx="9555480" cy="31089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BF4040"/>
                </a:solidFill>
                <a:latin typeface="Microsoft YaHei"/>
              </a:rPr>
              <a:t>存在高风险关注基金，建议复核 QDII 汇率、海外科技股估值与短期回撤。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收益表现：近1月分化明显，QDII 贡献主要波动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当日涨跌幅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90874" y="1792224"/>
            <a:ext cx="32285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79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-0.04%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23160" y="2176272"/>
            <a:ext cx="228243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123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0.27%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80151" y="2560320"/>
            <a:ext cx="43008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79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-0.05%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80" y="2944368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79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-1.56%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2316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28997" y="3328415"/>
            <a:ext cx="9416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79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-0.11%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近1周收益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36332" y="1792224"/>
            <a:ext cx="698707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-1.52%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09160" y="2176272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-2.89%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90283" y="2560320"/>
            <a:ext cx="444756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-0.97%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193346" y="2944368"/>
            <a:ext cx="841693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-1.84%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70306" y="3328415"/>
            <a:ext cx="664733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-1.45%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近1个月收益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9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563023" y="1792224"/>
            <a:ext cx="1083896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264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-7.38%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46919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723511" y="2176272"/>
            <a:ext cx="923408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-6.29%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46919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591532" y="2560320"/>
            <a:ext cx="55387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9264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-0.38%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9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672137" y="2944368"/>
            <a:ext cx="97478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9264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-6.64%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46919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321040" y="3328415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9264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-9.03%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60520"/>
            <a:ext cx="20116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基金净值状态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48056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基金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26280" y="448056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最新净值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净值日期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1812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数据源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" y="480060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华夏沪深300ETF联接 (000051)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26280" y="480060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1.5831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076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1812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5102352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富国红利精选QDII (009108)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6280" y="5102352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1.7595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8076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1812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" y="5404104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纳斯达克100指数QDII (015299)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26280" y="5404104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1.9804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1812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" y="5705856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兴全安泰积极养老五年FOF (010267)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26280" y="5705856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1.1389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8076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1812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" y="600760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易方达全球优质企业QDII (018229)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26280" y="6007608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1.8080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8076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1812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风险图谱：回撤与年化波动共同决定关注优先级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最大回撤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年化波动率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737360"/>
            <a:ext cx="1364667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-18.22%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737360"/>
            <a:ext cx="1380537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595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19.81%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331720"/>
            <a:ext cx="830404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-11.09%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2331720"/>
            <a:ext cx="85807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595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12.31%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2926080"/>
            <a:ext cx="773257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523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-10.32%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49640" y="2926080"/>
            <a:ext cx="1389447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4595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19.94%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3520440"/>
            <a:ext cx="935284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-12.49%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520440"/>
            <a:ext cx="1045322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595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15.00%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8523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-31.74%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964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4595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34.12%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166360"/>
            <a:ext cx="10607040" cy="6400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40096"/>
            <a:ext cx="996696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1">
                <a:solidFill>
                  <a:srgbClr val="BF4040"/>
                </a:solidFill>
                <a:latin typeface="Microsoft YaHei"/>
              </a:rPr>
              <a:t>高风险关注：华夏沪深300ETF联接、富国红利精选QDII、纳斯达克100指数QDII、兴全安泰积极养老五年FOF、易方达全球优质企业QDII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数据源与下载说明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9875520" cy="3657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000" b="1">
                <a:solidFill>
                  <a:srgbClr val="198974"/>
                </a:solidFill>
                <a:latin typeface="Microsoft YaHei"/>
              </a:rPr>
              <a:t>五只基金均使用 Eastmoney/Tiantian Fund 真实净值。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PPTX 文件路径：reports/2026-10-27.pptx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Markdown 文件路径：reports/2026-10-27.md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2103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数据新鲜度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华夏沪深300ETF联接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474720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474720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3474720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58768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858768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858768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858768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42816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纳斯达克100指数QDII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4242816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42816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242816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26864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兴全安泰积极养老五年FOF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4626864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626864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626864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10912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易方达全球优质企业QDII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5010912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5010912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01091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42432"/>
            <a:ext cx="98755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提示：本报告仅用于投资记录和风险监测，不构成收益保证或买卖建议。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