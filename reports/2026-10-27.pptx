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2026-10-27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0.18%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-6.33%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15268" y="1792224"/>
            <a:ext cx="110789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7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-1.18%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23160" y="2176272"/>
            <a:ext cx="357149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2602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0.38%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60" y="2560320"/>
            <a:ext cx="93299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0187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0.99%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2944368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9475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1.41%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769523" y="3328415"/>
            <a:ext cx="65363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7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-0.70%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26748" y="1792224"/>
            <a:ext cx="110829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-2.16%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709160" y="2176272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-2.58%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516446" y="2560320"/>
            <a:ext cx="51859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-1.01%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738804" y="2944368"/>
            <a:ext cx="29623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-0.58%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943029" y="3328415"/>
            <a:ext cx="109201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-2.13%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387394" y="1792224"/>
            <a:ext cx="125952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-9.41%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902589" y="2176272"/>
            <a:ext cx="74433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-5.56%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510466" y="2560320"/>
            <a:ext cx="13645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-1.02%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876909" y="2944368"/>
            <a:ext cx="77001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-5.75%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32104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-9.91%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1.5644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2026-10-27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1.7662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2026-10-26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2.0001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2026-10-26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1.1550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2026-10-23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1.7954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2026-10-26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344516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-18.22%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355876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19.45%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81814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-11.09%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850453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12.20%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76183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-10.32%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9381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921474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-12.49%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105989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15.21%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-32.22%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34.11%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高风险关注：华夏沪深300ETF联接、富国红利精选QDII、纳斯达克100指数QDII、兴全安泰积极养老五年FOF、易方达全球优质企业QDII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文件路径：reports/2026-10-27.pptx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文件路径：reports/2026-10-27.md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