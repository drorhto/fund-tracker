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2026-08-04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0.49%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-5.64%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90195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083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80655" y="2176272"/>
            <a:ext cx="34250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5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59983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68711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94068" y="3328415"/>
            <a:ext cx="629091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6887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16631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47072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0.73%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3416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14928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0.15%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51387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9463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2.27%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16752" y="2944368"/>
            <a:ext cx="182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-0.05%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-5.86%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342581" y="1792224"/>
            <a:ext cx="30433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-4.15%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10928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0.22%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484532" y="2560320"/>
            <a:ext cx="16238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9264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-2.21%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356251" y="2944368"/>
            <a:ext cx="29066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92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-3.96%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-18.08%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1.7553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1.8581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1.9916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1.2260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2026-07-31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1.9918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2026-08-03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024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06537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21.01%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624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7460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13.49%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042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23603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23.05%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318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12991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15.90%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41.40%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文件路径：reports/2026-08-04.pptx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文件路径：reports/2026-08-04.md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