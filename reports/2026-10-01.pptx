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FUND TRACKER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基金组合日报 2026-10-01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5303520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800" b="1">
                <a:solidFill>
                  <a:srgbClr val="1A2026"/>
                </a:solidFill>
                <a:latin typeface="Microsoft YaHei"/>
              </a:rPr>
              <a:t>真实净值驱动的每日组合快照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6035040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65707D"/>
                </a:solidFill>
                <a:latin typeface="Microsoft YaHei"/>
              </a:rPr>
              <a:t>含收益表现、回撤波动、数据源状态与高风险基金提示。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平均日涨跌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-0.11%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4728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平均近1月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728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-2.63%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728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216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5332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5332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5332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回撤或波动触发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5820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5936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Fallback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5936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5936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真实数据失败数量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709160"/>
            <a:ext cx="256032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今日风险判断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047488"/>
            <a:ext cx="10149840" cy="73152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248656"/>
            <a:ext cx="9555480" cy="31089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600" b="1">
                <a:solidFill>
                  <a:srgbClr val="BF4040"/>
                </a:solidFill>
                <a:latin typeface="Microsoft YaHei"/>
              </a:rPr>
              <a:t>存在高风险关注基金，建议复核 QDII 汇率、海外科技股估值与短期回撤。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RETURNS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收益表现：近1月分化明显，QDII 贡献主要波动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当日涨跌幅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7" name="Rectangle 6"/>
          <p:cNvSpPr/>
          <p:nvPr/>
        </p:nvSpPr>
        <p:spPr>
          <a:xfrm>
            <a:off x="242316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423160" y="1792224"/>
            <a:ext cx="269893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38773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0.29%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2316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423160" y="2176272"/>
            <a:ext cx="25553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94433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0.03%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2316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423160" y="2560320"/>
            <a:ext cx="67750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36630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0.07%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2316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97280" y="2944368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68879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-1.41%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2316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423160" y="3328415"/>
            <a:ext cx="437016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905896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0.47%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6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近1周收益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6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710459" y="1792224"/>
            <a:ext cx="13245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80760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-3.86%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6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398729" y="2176272"/>
            <a:ext cx="63631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80760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-1.85%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5196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934655" y="2560320"/>
            <a:ext cx="100384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80760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-0.29%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5196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3504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267977" y="2944368"/>
            <a:ext cx="767062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80760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-2.24%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5196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3504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709160" y="3328415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080760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-3.86%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6384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近1个月收益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6384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46919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321040" y="1792224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692640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-5.29%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6384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646919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667497" y="2176272"/>
            <a:ext cx="979422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692640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-3.91%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86384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646919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646919" y="2560320"/>
            <a:ext cx="686028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378668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2.74%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6384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646919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8659762" y="2944368"/>
            <a:ext cx="987157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692640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-3.94%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86384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646919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957917" y="3328415"/>
            <a:ext cx="689002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692640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-2.75%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0080" y="4160520"/>
            <a:ext cx="20116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基金净值状态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0080" y="448056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基金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26280" y="448056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最新净值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08076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净值日期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81812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数据源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0080" y="480060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华夏沪深300ETF联接 (000051)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526280" y="480060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1.6737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08076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2026-09-30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81812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0080" y="5102352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富国红利精选QDII (009108)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26280" y="5102352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1.8366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08076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2026-09-29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81812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40080" y="5404104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纳斯达克100指数QDII (015299)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526280" y="5404104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2.0791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08076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2026-09-29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81812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40080" y="5705856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兴全安泰积极养老五年FOF (010267)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526280" y="5705856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1.2071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08076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2026-09-28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81812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40080" y="6007608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易方达全球优质企业QDII (018229)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526280" y="6007608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1.9631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08076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2026-09-29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81812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RISK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风险图谱：回撤与年化波动共同决定关注优先级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最大回撤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年化波动率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8" name="Rectangle 7"/>
          <p:cNvSpPr/>
          <p:nvPr/>
        </p:nvSpPr>
        <p:spPr>
          <a:xfrm>
            <a:off x="2788920" y="1737360"/>
            <a:ext cx="1130804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8523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-12.48%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49640" y="1737360"/>
            <a:ext cx="1307176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4595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20.20%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88920" y="2331720"/>
            <a:ext cx="1210781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8523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-13.36%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49640" y="2331720"/>
            <a:ext cx="797411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4595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12.32%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88920" y="2926080"/>
            <a:ext cx="94962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8523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-10.48%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49640" y="2926080"/>
            <a:ext cx="1382499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04595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21.37%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88920" y="3520440"/>
            <a:ext cx="656819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8523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-7.25%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49640" y="3520440"/>
            <a:ext cx="994506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04595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15.37%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8892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8523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-26.23%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4964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4595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36.75%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5166360"/>
            <a:ext cx="10607040" cy="6400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5340096"/>
            <a:ext cx="996696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1">
                <a:solidFill>
                  <a:srgbClr val="BF4040"/>
                </a:solidFill>
                <a:latin typeface="Microsoft YaHei"/>
              </a:rPr>
              <a:t>高风险关注：华夏沪深300ETF联接、富国红利精选QDII、纳斯达克100指数QDII、易方达全球优质企业QDII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数据源与下载说明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9875520" cy="3657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000" b="1">
                <a:solidFill>
                  <a:srgbClr val="198974"/>
                </a:solidFill>
                <a:latin typeface="Microsoft YaHei"/>
              </a:rPr>
              <a:t>五只基金均使用 Eastmoney/Tiantian Fund 真实净值。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PPTX 文件路径：reports/2026-10-01.pptx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59152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Markdown 文件路径：reports/2026-10-01.md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063240"/>
            <a:ext cx="21031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数据新鲜度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474720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华夏沪深300ETF联接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3474720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2026-09-30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3474720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3474720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858768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858768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2026-09-29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3858768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3858768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242816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纳斯达克100指数QDII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4242816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2026-09-29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4242816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4242816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626864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兴全安泰积极养老五年FOF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20" y="4626864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2026-09-28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4626864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626864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010912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易方达全球优质企业QDII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03320" y="5010912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2026-09-29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5010912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5010912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742432"/>
            <a:ext cx="98755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提示：本报告仅用于投资记录和风险监测，不构成收益保证或买卖建议。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