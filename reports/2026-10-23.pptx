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-1.64%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-5.80%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4883" y="1792224"/>
            <a:ext cx="81827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79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06680" y="2176272"/>
            <a:ext cx="81647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70838" y="2944368"/>
            <a:ext cx="25232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50302" y="3328415"/>
            <a:ext cx="67285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04078" y="1792224"/>
            <a:ext cx="113096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16585" y="2176272"/>
            <a:ext cx="11184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6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-3.34%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40465" y="2944368"/>
            <a:ext cx="59457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83440" y="3328415"/>
            <a:ext cx="85159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321040" y="1792224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-8.65%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07504" y="2176272"/>
            <a:ext cx="93941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-6.13%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87550" y="2560320"/>
            <a:ext cx="5936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-0.39%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91961" y="2944368"/>
            <a:ext cx="85495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-5.57%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79163" y="3328415"/>
            <a:ext cx="126775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-8.27%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1.5576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1.9814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1.1569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6792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-18.22%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6152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19.68%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83238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-11.09%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5061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7510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2756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8336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2736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-31.66%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34.37%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文件路径：reports/2026-10-23.pptx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