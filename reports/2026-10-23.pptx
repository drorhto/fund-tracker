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2026-10-23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7931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204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6680" y="2176272"/>
            <a:ext cx="81647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70838" y="2944368"/>
            <a:ext cx="25232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0302" y="3328415"/>
            <a:ext cx="67285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-1.42%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96283" y="1792224"/>
            <a:ext cx="53875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16585" y="2176272"/>
            <a:ext cx="11184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-3.34%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40465" y="2944368"/>
            <a:ext cx="59457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3440" y="3328415"/>
            <a:ext cx="85159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6834" y="1792224"/>
            <a:ext cx="124008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4435" y="2176272"/>
            <a:ext cx="9824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-6.13%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84828" y="2560320"/>
            <a:ext cx="620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52764" y="2944368"/>
            <a:ext cx="89415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-5.57%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-8.27%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1.5837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1.7548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1.9814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1.1569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679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773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8323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-11.09%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061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7510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2756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8336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-11.10%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2736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-31.66%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34.37%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文件路径：reports/2026-10-23.pptx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文件路径：reports/2026-10-23.md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