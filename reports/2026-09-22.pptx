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-0.46%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9059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48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9216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1043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64302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11905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06778" y="2944368"/>
            <a:ext cx="21638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89820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7082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98207" y="2176272"/>
            <a:ext cx="123683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69654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7730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0.70%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98198" y="2944368"/>
            <a:ext cx="93684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841830" y="3328415"/>
            <a:ext cx="119320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81939" y="1792224"/>
            <a:ext cx="9649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55156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44208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65072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43363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32104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-1.96%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67020" y="3328415"/>
            <a:ext cx="47989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-0.71%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1.7387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1.8715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1.2235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2.0063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7680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9016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24501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480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12.42%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7646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4389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20.99%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1236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8075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-25.51%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37.14%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文件路径：reports/2026-09-22.pptx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文件路径：reports/2026-09-22.md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