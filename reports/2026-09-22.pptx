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2026-09-22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1.10%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0.26%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6227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1155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0.13%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04872" y="2176272"/>
            <a:ext cx="1828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-0.01%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5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2.69%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45054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1942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0.92%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875774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44654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1792224"/>
            <a:ext cx="65453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35295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2.11%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38874" y="2176272"/>
            <a:ext cx="29616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4.27%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944368"/>
            <a:ext cx="246149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690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0.79%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0" y="3328415"/>
            <a:ext cx="934584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15344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3.01%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91113" y="1792224"/>
            <a:ext cx="5580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37444" y="2176272"/>
            <a:ext cx="30947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-0.80%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1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3.41%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47949" y="2944368"/>
            <a:ext cx="59897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46919" y="3328415"/>
            <a:ext cx="145386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38026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0.37%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1.7409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1.8713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2.0852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1.2347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2.0420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97680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28521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20.14%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24501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-13.36%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9149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12.41%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97646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6906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21.46%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1236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79823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-25.51%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37.26%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文件路径：reports/2026-09-22.pptx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文件路径：reports/2026-09-22.md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