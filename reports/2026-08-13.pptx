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2026-08-13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0.59%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-1.74%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423160" y="1792224"/>
            <a:ext cx="37361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2498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0.55%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176272"/>
            <a:ext cx="14200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088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0.21%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46555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34433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0.69%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22911" y="2944368"/>
            <a:ext cx="30024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-0.44%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1.96%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792224"/>
            <a:ext cx="43745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8214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035040" y="2176272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99048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49429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7505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0.80%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35040" y="2944368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2.13%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997171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77931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1.60%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440654" y="1792224"/>
            <a:ext cx="206265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-1.67%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646919" y="2176272"/>
            <a:ext cx="33525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27897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2.71%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18288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10928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0.01%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116124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808764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0.94%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321040" y="3328415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2640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-10.71%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1.7884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1.8661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2026-08-12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2.0531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1.2591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2.0961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2026-08-12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90244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-9.41%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211953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20.77%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1462491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-15.26%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75677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12.97%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004265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-10.48%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314524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22.53%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63185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-6.59%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91773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15.73%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-24.80%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40.74%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高风险关注：富国红利精选QDII、纳斯达克100指数QDII、易方达全球优质企业QDII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文件路径：reports/2026-08-13.pptx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文件路径：reports/2026-08-13.md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2026-08-12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