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FUND TRACKER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基金组合日报 2026-10-20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530352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1A2026"/>
                </a:solidFill>
                <a:latin typeface="Microsoft YaHei"/>
              </a:rPr>
              <a:t>真实净值驱动的每日组合快照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6035040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65707D"/>
                </a:solidFill>
                <a:latin typeface="Microsoft YaHei"/>
              </a:rPr>
              <a:t>含收益表现、回撤波动、数据源状态与高风险基金提示。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平均日涨跌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-0.80%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平均近1月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-6.07%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5332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高风险关注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2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回撤或波动触发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820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5936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Fallback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5936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98974"/>
                </a:solidFill>
                <a:latin typeface="Microsoft YaHei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真实数据失败数量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709160"/>
            <a:ext cx="25603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今日风险判断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047488"/>
            <a:ext cx="10149840" cy="73152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248656"/>
            <a:ext cx="9555480" cy="31089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600" b="1">
                <a:solidFill>
                  <a:srgbClr val="BF4040"/>
                </a:solidFill>
                <a:latin typeface="Microsoft YaHei"/>
              </a:rPr>
              <a:t>存在高风险关注基金，建议复核 QDII 汇率、海外科技股估值与短期回撤。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RETURNS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收益表现：近1月分化明显，QDII 贡献主要波动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当日涨跌幅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7" name="Rectangle 6"/>
          <p:cNvSpPr/>
          <p:nvPr/>
        </p:nvSpPr>
        <p:spPr>
          <a:xfrm>
            <a:off x="242316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423160" y="1792224"/>
            <a:ext cx="70959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39839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0.13%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2316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23160" y="2176272"/>
            <a:ext cx="186271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55151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0.34%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2316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0" y="2560320"/>
            <a:ext cx="13258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79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-2.44%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2316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62645" y="2944368"/>
            <a:ext cx="660514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79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-1.22%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2316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980291" y="3328415"/>
            <a:ext cx="442868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79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-0.82%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近1周收益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6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18527" y="1792224"/>
            <a:ext cx="616512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-2.45%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6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718452" y="2176272"/>
            <a:ext cx="316587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-1.26%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196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709160" y="2560320"/>
            <a:ext cx="13258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-5.27%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6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294502" y="2944368"/>
            <a:ext cx="740537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80760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-2.94%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196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842824" y="3328415"/>
            <a:ext cx="1192215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60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-4.74%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近1个月收益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6384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46919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553428" y="1792224"/>
            <a:ext cx="1093491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2640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-7.63%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46919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807867" y="2176272"/>
            <a:ext cx="839052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92640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-5.85%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6384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646919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509841" y="2560320"/>
            <a:ext cx="137078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92640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-0.96%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6384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46919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691646" y="2944368"/>
            <a:ext cx="955273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692640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-6.66%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46919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321040" y="3328415"/>
            <a:ext cx="13258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692640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-9.25%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4160520"/>
            <a:ext cx="20116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基金净值状态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" y="448056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基金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26280" y="448056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最新净值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8076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净值日期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1812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数据源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0080" y="480060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华夏沪深300ETF联接 (000051)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26280" y="480060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1.6076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8076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2026-10-19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1812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0080" y="5102352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富国红利精选QDII (009108)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26280" y="5102352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1.8119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8076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2026-10-16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1812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0080" y="5404104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纳斯达克100指数QDII (015299)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26280" y="5404104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1.9998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2026-10-16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1812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0080" y="5705856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兴全安泰积极养老五年FOF (010267)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26280" y="5705856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1.1602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8076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81812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0080" y="6007608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易方达全球优质企业QDII (018229)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26280" y="6007608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1.8346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08076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2026-10-16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81812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风险图谱：回撤与年化波动共同决定关注优先级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最大回撤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年化波动率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1737360"/>
            <a:ext cx="1223657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523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-15.82%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9640" y="1737360"/>
            <a:ext cx="1310624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4595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20.02%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2331720"/>
            <a:ext cx="96160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8523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-12.43%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9640" y="2331720"/>
            <a:ext cx="807819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4595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12.34%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88920" y="2926080"/>
            <a:ext cx="798523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523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-10.32%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49640" y="2926080"/>
            <a:ext cx="1429025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4595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21.83%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88920" y="3520440"/>
            <a:ext cx="839244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8523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-10.85%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49640" y="3520440"/>
            <a:ext cx="101241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4595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15.46%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88920" y="411480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8523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-30.74%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49640" y="411480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04595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36.31%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166360"/>
            <a:ext cx="10607040" cy="6400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340096"/>
            <a:ext cx="996696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1">
                <a:solidFill>
                  <a:srgbClr val="BF4040"/>
                </a:solidFill>
                <a:latin typeface="Microsoft YaHei"/>
              </a:rPr>
              <a:t>高风险关注：华夏沪深300ETF联接、富国红利精选QDII、纳斯达克100指数QDII、兴全安泰积极养老五年FOF、易方达全球优质企业QDII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DELIVERY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数据源与下载说明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9875520" cy="3657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000" b="1">
                <a:solidFill>
                  <a:srgbClr val="198974"/>
                </a:solidFill>
                <a:latin typeface="Microsoft YaHei"/>
              </a:rPr>
              <a:t>五只基金均使用 Eastmoney/Tiantian Fund 真实净值。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PPTX 文件路径：reports/2026-10-20.pptx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59152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Markdown 文件路径：reports/2026-10-20.md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63240"/>
            <a:ext cx="21031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数据新鲜度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74720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华夏沪深300ETF联接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474720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3474720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3474720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58768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858768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858768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3858768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42816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纳斯达克100指数QDII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4242816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242816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4242816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626864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兴全安泰积极养老五年FOF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4626864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4626864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626864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010912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易方达全球优质企业QDII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5010912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5010912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5010912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742432"/>
            <a:ext cx="98755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提示：本报告仅用于投资记录和风险监测，不构成收益保证或买卖建议。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