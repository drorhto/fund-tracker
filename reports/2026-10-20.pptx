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-5.29%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29954" y="1792224"/>
            <a:ext cx="6932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777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664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656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448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04872" y="3328415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49408" y="1792224"/>
            <a:ext cx="9856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0964" y="2176272"/>
            <a:ext cx="4140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-3.67%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53938" y="2944368"/>
            <a:ext cx="10811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58710" y="3328415"/>
            <a:ext cx="97632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26196" y="1792224"/>
            <a:ext cx="11207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12093" y="2176272"/>
            <a:ext cx="73482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-4.85%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6987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6251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3538" y="2944368"/>
            <a:ext cx="99338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1.5989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1.1617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1.8344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412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-16.05%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4033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19.77%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87013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2521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9832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9019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3903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484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-30.74%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35.06%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