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0.74%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69169" y="1792224"/>
            <a:ext cx="7539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03676" y="2176272"/>
            <a:ext cx="11194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1063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26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85907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795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33612" y="3328415"/>
            <a:ext cx="8895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9765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841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63500" y="2176272"/>
            <a:ext cx="17153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5.71%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33189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265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5006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0822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2.80%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19756" y="1792224"/>
            <a:ext cx="12716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51634" y="2176272"/>
            <a:ext cx="29528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5.21%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89678" y="2944368"/>
            <a:ext cx="2572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29550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88142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1.8555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2.0283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768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8605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450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510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12.47%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6965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236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148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37.27%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文件路径：reports/2026-09-23.pptx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文件路径：reports/2026-09-23.md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