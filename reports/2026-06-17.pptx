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96972" y="1792224"/>
            <a:ext cx="261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452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410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5610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98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6.87%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2419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268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4898" y="2176272"/>
            <a:ext cx="901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4873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815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4944" y="2944368"/>
            <a:ext cx="1200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9.48%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637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5642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69373" y="2176272"/>
            <a:ext cx="4775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712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6384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4.33%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6372" y="2944368"/>
            <a:ext cx="4105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10.06%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2.3598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21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592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7730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29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717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13.76%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35.67%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