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542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310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2497" y="2176272"/>
            <a:ext cx="3006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4254" y="2560320"/>
            <a:ext cx="4089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88175" y="2944368"/>
            <a:ext cx="349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74659" y="1792224"/>
            <a:ext cx="603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3313" y="2176272"/>
            <a:ext cx="18172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54921" y="2560320"/>
            <a:ext cx="801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005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26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54081" y="1792224"/>
            <a:ext cx="1928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78682" y="2560320"/>
            <a:ext cx="46823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681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6080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7549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4759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5.63%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2.0387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1.2996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2.4241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894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204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1725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055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689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95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3269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700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40.55%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