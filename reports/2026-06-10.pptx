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-0.04%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-1.61%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62045" y="2176272"/>
            <a:ext cx="66111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23215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1036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41124" y="2944368"/>
            <a:ext cx="88203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50660" y="3328415"/>
            <a:ext cx="117249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7034" y="1792224"/>
            <a:ext cx="90800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91211" y="2176272"/>
            <a:ext cx="104382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-2.46%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-3.12%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61620" y="2944368"/>
            <a:ext cx="57341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01723" y="3328415"/>
            <a:ext cx="12333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46345" y="1792224"/>
            <a:ext cx="70057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-5.10%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3728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2992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50054" y="2944368"/>
            <a:ext cx="49686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29409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86731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1.8099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1.9864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2.0378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1.2580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2.1555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848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5071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68668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-8.16%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26116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17.78%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2041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20.02%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3637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767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13.08%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114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33.52%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文件路径：reports/2026-06-10.pptx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文件路径：reports/2026-06-10.md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