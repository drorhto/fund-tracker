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-2.17%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466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51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1248" y="2176272"/>
            <a:ext cx="101191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82399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287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2224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1375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56211" y="1792224"/>
            <a:ext cx="6788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9611" y="2176272"/>
            <a:ext cx="45542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8951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027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70708" y="2944368"/>
            <a:ext cx="6643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56348" y="1792224"/>
            <a:ext cx="11905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-4.62%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63638" y="2176272"/>
            <a:ext cx="118328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77968" y="2944368"/>
            <a:ext cx="8689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767304" y="3328415"/>
            <a:ext cx="8796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1.6588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2.1037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1.2114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1.9258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370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084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14475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970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1257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72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21.24%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1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975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-27.29%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36.78%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