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40958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846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2894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83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2463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351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50555" y="3328415"/>
            <a:ext cx="4726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22290" y="2176272"/>
            <a:ext cx="2127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2879" y="2560320"/>
            <a:ext cx="2721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87944" y="2944368"/>
            <a:ext cx="8470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39711" y="3328415"/>
            <a:ext cx="10953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-6.03%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23616" y="2176272"/>
            <a:ext cx="8233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-3.75%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4158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422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61063" y="2944368"/>
            <a:ext cx="78585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20916" y="3328415"/>
            <a:ext cx="7260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2.0839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831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104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61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125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075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