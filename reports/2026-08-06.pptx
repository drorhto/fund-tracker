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8917" y="1792224"/>
            <a:ext cx="16424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4367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255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6713" y="2560320"/>
            <a:ext cx="9664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09079" y="3328415"/>
            <a:ext cx="1140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684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925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4898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9742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7.71%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477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84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3253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607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00467" y="1792224"/>
            <a:ext cx="1464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503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76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93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2202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72496" y="2944368"/>
            <a:ext cx="3744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-13.78%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2.0369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1.2328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321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325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4660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23.27%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656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41.09%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