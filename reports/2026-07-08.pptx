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8862" y="1792224"/>
            <a:ext cx="7942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42359" y="2176272"/>
            <a:ext cx="10808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6349" y="2944368"/>
            <a:ext cx="768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1714" y="3328415"/>
            <a:ext cx="114144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3553" y="1792224"/>
            <a:ext cx="50148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3259" y="2176272"/>
            <a:ext cx="2717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71198" y="2560320"/>
            <a:ext cx="4638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62002" y="2944368"/>
            <a:ext cx="7303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28632" y="1792224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09636" y="2176272"/>
            <a:ext cx="12372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49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759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0908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0172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9.26%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1.8136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2.3926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3930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426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658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3408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383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455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948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668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40.45%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