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1676" y="2176272"/>
            <a:ext cx="6114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2677" y="2560320"/>
            <a:ext cx="330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5535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423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727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615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32224" y="1792224"/>
            <a:ext cx="10028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51774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50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4388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58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36060" y="2944368"/>
            <a:ext cx="2989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79357" y="1792224"/>
            <a:ext cx="1675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17752" y="2176272"/>
            <a:ext cx="3291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651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5782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5.65%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6834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6098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11.26%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1.8153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1.2773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2.3244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6371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6866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31625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83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18.58%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408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31.82%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文件路径：reports/2026-06-07.pptx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文件路径：reports/2026-06-07.md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