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2026-07-25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-0.61%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-5.70%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98505" y="1792224"/>
            <a:ext cx="112465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79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-1.56%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23160" y="2176272"/>
            <a:ext cx="937235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6115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1.30%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97280" y="2560320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7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-1.84%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59615" y="2944368"/>
            <a:ext cx="36354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79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-0.51%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098427" y="3328415"/>
            <a:ext cx="32473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7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-0.45%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35040" y="1792224"/>
            <a:ext cx="769056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49816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2.54%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35040" y="2176272"/>
            <a:ext cx="1060931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41691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3.50%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73687" y="2560320"/>
            <a:ext cx="56135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-1.85%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78756" y="2944368"/>
            <a:ext cx="556283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-1.84%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0916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-4.38%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103520" y="1792224"/>
            <a:ext cx="543399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-6.42%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05573" y="2176272"/>
            <a:ext cx="41346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-0.49%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397497" y="2560320"/>
            <a:ext cx="24942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9264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-2.95%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394706" y="2944368"/>
            <a:ext cx="252213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9264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-2.98%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32104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-15.67%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1.7691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2026-07-24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1.8737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2026-07-23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1.9756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2026-07-23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1.2402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2026-07-22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2.1389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2026-07-23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1074913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-9.41%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189290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21.22%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74199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-15.26%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83909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14.97%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764039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-6.69%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268204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22.63%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75261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-6.59%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894461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15.96%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-20.82%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42.43%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高风险关注：富国红利精选QDII、易方达全球优质企业QDII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文件路径：reports/2026-07-25.pptx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文件路径：reports/2026-07-25.md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