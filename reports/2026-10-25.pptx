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2026-10-25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-0.96%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-5.62%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79316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62044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1.68%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06680" y="2176272"/>
            <a:ext cx="81647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-1.72%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" y="2560320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-2.80%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70838" y="2944368"/>
            <a:ext cx="25232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50302" y="3328415"/>
            <a:ext cx="67285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-1.42%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96283" y="1792224"/>
            <a:ext cx="53875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-1.36%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916585" y="2176272"/>
            <a:ext cx="111845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-2.82%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09160" y="2560320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-3.34%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40465" y="2944368"/>
            <a:ext cx="59457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-1.50%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183440" y="3328415"/>
            <a:ext cx="85159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-2.15%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406834" y="1792224"/>
            <a:ext cx="124008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-7.73%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664435" y="2176272"/>
            <a:ext cx="98248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-6.13%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584828" y="2560320"/>
            <a:ext cx="6209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-0.39%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752764" y="2944368"/>
            <a:ext cx="89415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-5.57%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-8.27%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1.5837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2026-10-23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1.7548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2026-10-22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1.9814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2026-10-22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1.1569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2026-10-21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1.8100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2026-10-22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36792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-18.22%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37734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19.91%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83238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-11.09%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85061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77510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-10.32%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42756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20.64%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83366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-11.10%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102736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14.85%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-31.66%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34.37%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高风险关注：华夏沪深300ETF联接、富国红利精选QDII、纳斯达克100指数QDII、兴全安泰积极养老五年FOF、易方达全球优质企业QDII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文件路径：reports/2026-10-25.pptx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文件路径：reports/2026-10-25.md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