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57736" y="1792224"/>
            <a:ext cx="4654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8789" y="2176272"/>
            <a:ext cx="30437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8939" y="2560320"/>
            <a:ext cx="10442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6079" y="2944368"/>
            <a:ext cx="770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-5.79%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40734" y="1792224"/>
            <a:ext cx="79430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46332" y="2176272"/>
            <a:ext cx="18870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-4.18%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09663" y="2944368"/>
            <a:ext cx="32537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01977" y="3328415"/>
            <a:ext cx="933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49075" y="1792224"/>
            <a:ext cx="8978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-4.27%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35120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4384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20085" y="2944368"/>
            <a:ext cx="268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22756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2020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3.95%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1.7784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2.0041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2.0048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2.1898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3274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6866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26052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3568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760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33.47%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文件路径：reports/2026-06-09.pptx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文件路径：reports/2026-06-09.md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