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FUND TRACKER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基金组合日报 2026-06-13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417320"/>
            <a:ext cx="530352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1A2026"/>
                </a:solidFill>
                <a:latin typeface="Microsoft YaHei"/>
              </a:rPr>
              <a:t>真实净值驱动的每日组合快照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6035040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65707D"/>
                </a:solidFill>
                <a:latin typeface="Microsoft YaHei"/>
              </a:rPr>
              <a:t>含收益表现、回撤波动、数据源状态与高风险基金提示。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平均日涨跌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1.09%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平均近1月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-2.95%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五只基金简单平均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高风险关注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BF4040"/>
                </a:solidFill>
                <a:latin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回撤或波动触发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788920"/>
            <a:ext cx="2331720" cy="13258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2953512"/>
            <a:ext cx="1929384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65707D"/>
                </a:solidFill>
                <a:latin typeface="Microsoft YaHei"/>
              </a:rPr>
              <a:t>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218687"/>
            <a:ext cx="1929384" cy="38404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98974"/>
                </a:solidFill>
                <a:latin typeface="Microsoft YaHe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3685031"/>
            <a:ext cx="1929384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真实数据失败数量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5603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今日风险判断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47488"/>
            <a:ext cx="10149840" cy="73152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48656"/>
            <a:ext cx="9555480" cy="31089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BF4040"/>
                </a:solidFill>
                <a:latin typeface="Microsoft YaHei"/>
              </a:rPr>
              <a:t>存在高风险关注基金，建议复核 QDII 汇率、海外科技股估值与短期回撤。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收益表现：近1月分化明显，QDII 贡献主要波动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当日涨跌幅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792224"/>
            <a:ext cx="443148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12028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1.05%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62632" y="2176272"/>
            <a:ext cx="6052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79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-0.14%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60320"/>
            <a:ext cx="1325880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59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3.14%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58492" y="2944368"/>
            <a:ext cx="36466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79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-0.86%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2316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23160" y="3328415"/>
            <a:ext cx="959308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8188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2.27%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近1周收益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62689" y="1792224"/>
            <a:ext cx="17235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-0.70%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85336" y="2176272"/>
            <a:ext cx="949703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-3.86%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8967" y="2560320"/>
            <a:ext cx="686072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-2.78%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38779" y="2944368"/>
            <a:ext cx="69626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-2.83%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09160" y="3328415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-5.38%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1371600"/>
            <a:ext cx="33832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近1个月收益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1737360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华夏沪深300E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46919" y="1810512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83703" y="1792224"/>
            <a:ext cx="463216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2640" y="1746504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-2.43%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121408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富国红利精选QD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46919" y="2194560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2176272"/>
            <a:ext cx="1325880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2130552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-6.96%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63840" y="2505456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纳斯达克100指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646919" y="2578608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46919" y="2560320"/>
            <a:ext cx="84373" cy="146304"/>
          </a:xfrm>
          <a:prstGeom prst="rect">
            <a:avLst/>
          </a:prstGeom>
          <a:solidFill>
            <a:srgbClr val="198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77013" y="2514600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0.44%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2889503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兴全安泰积极养老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46919" y="2962656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97502" y="2944368"/>
            <a:ext cx="749417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92640" y="2898648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-3.93%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3273551"/>
            <a:ext cx="1078992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65707D"/>
                </a:solidFill>
                <a:latin typeface="Microsoft YaHei"/>
              </a:rPr>
              <a:t>易方达全球优质企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46919" y="3346703"/>
            <a:ext cx="9144" cy="118872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85581" y="3328415"/>
            <a:ext cx="361338" cy="146304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92640" y="3282696"/>
            <a:ext cx="50292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-1.90%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4160520"/>
            <a:ext cx="201168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基金净值状态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448056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基金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6280" y="448056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最新净值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净值日期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18120" y="448056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数据源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4800600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华夏沪深300ETF联接 (000051)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26280" y="4800600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1.8026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076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18120" y="4800600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5102352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富国红利精选QDII (009108)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26280" y="5102352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1.9528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8076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18120" y="5102352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0080" y="5404104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纳斯达克100指数QDII (015299)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26280" y="5404104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2.0421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18120" y="5404104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0080" y="5705856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兴全安泰积极养老五年FOF (010267)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26280" y="5705856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1.2412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8076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18120" y="5705856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6007608"/>
            <a:ext cx="365760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易方达全球优质企业QDII (018229)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26280" y="6007608"/>
            <a:ext cx="132588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2.1993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8076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2026-06-11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818120" y="6007608"/>
            <a:ext cx="14173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风险图谱：回撤与年化波动共同决定关注优先级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最大回撤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457200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年化波动率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737360"/>
            <a:ext cx="1384889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37360"/>
            <a:ext cx="1135298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45952" y="171907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16.40%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331720"/>
            <a:ext cx="185921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-8.99%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2331720"/>
            <a:ext cx="1231521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5952" y="231343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17.80%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292608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523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-11.50%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0779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49640" y="2926080"/>
            <a:ext cx="1445931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5952" y="290779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20.89%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3520440"/>
            <a:ext cx="1363708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8523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-6.59%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0215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520440"/>
            <a:ext cx="948582" cy="201168"/>
          </a:xfrm>
          <a:prstGeom prst="rect">
            <a:avLst/>
          </a:prstGeom>
          <a:solidFill>
            <a:srgbClr val="BF84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5952" y="350215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13.71%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4114800"/>
            <a:ext cx="1911436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8523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-9.24%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2"/>
            <a:ext cx="20574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9640" y="4114800"/>
            <a:ext cx="2377440" cy="201168"/>
          </a:xfrm>
          <a:prstGeom prst="rect">
            <a:avLst/>
          </a:prstGeom>
          <a:solidFill>
            <a:srgbClr val="BF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45952" y="4096512"/>
            <a:ext cx="685800" cy="219456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0">
                <a:solidFill>
                  <a:srgbClr val="1A2026"/>
                </a:solidFill>
                <a:latin typeface="Microsoft YaHei"/>
              </a:rPr>
              <a:t>34.35%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166360"/>
            <a:ext cx="10607040" cy="640080"/>
          </a:xfrm>
          <a:prstGeom prst="rect">
            <a:avLst/>
          </a:prstGeom>
          <a:solidFill>
            <a:srgbClr val="FFFDF8"/>
          </a:solidFill>
          <a:ln w="6350">
            <a:solidFill>
              <a:srgbClr val="DAD5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40096"/>
            <a:ext cx="996696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1">
                <a:solidFill>
                  <a:srgbClr val="BF4040"/>
                </a:solidFill>
                <a:latin typeface="Microsoft YaHei"/>
              </a:rPr>
              <a:t>高风险关注：纳斯达克100指数QDII、易方达全球优质企业QDII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01752"/>
            <a:ext cx="201168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800" b="1">
                <a:solidFill>
                  <a:srgbClr val="65707D"/>
                </a:solidFill>
                <a:latin typeface="Microsoft YaHei"/>
              </a:rPr>
              <a:t>DELIVERY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0467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400" b="1">
                <a:solidFill>
                  <a:srgbClr val="1A2026"/>
                </a:solidFill>
                <a:latin typeface="Microsoft YaHei"/>
              </a:rPr>
              <a:t>数据源与下载说明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42415"/>
            <a:ext cx="11201400" cy="9144"/>
          </a:xfrm>
          <a:prstGeom prst="rect">
            <a:avLst/>
          </a:prstGeom>
          <a:solidFill>
            <a:srgbClr val="DAD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9875520" cy="3657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000" b="1">
                <a:solidFill>
                  <a:srgbClr val="198974"/>
                </a:solidFill>
                <a:latin typeface="Microsoft YaHei"/>
              </a:rPr>
              <a:t>五只基金均使用 Eastmoney/Tiantian Fund 真实净值。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PPTX 文件路径：reports/2026-06-13.pptx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9152"/>
            <a:ext cx="9875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1A2026"/>
                </a:solidFill>
                <a:latin typeface="Microsoft YaHei"/>
              </a:rPr>
              <a:t>Markdown 文件路径：reports/2026-06-13.md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2103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1">
                <a:solidFill>
                  <a:srgbClr val="1A2026"/>
                </a:solidFill>
                <a:latin typeface="Microsoft YaHei"/>
              </a:rPr>
              <a:t>数据新鲜度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74720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华夏沪深300ETF联接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474720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3474720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3474720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58768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富国红利精选QDII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858768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858768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858768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42816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纳斯达克100指数QDII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4242816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42816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4242816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26864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兴全安泰积极养老五年FOF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626864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626864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626864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842D"/>
                </a:solidFill>
                <a:latin typeface="Microsoft YaHei"/>
              </a:rPr>
              <a:t>中等波动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10912"/>
            <a:ext cx="27432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A2026"/>
                </a:solidFill>
                <a:latin typeface="Microsoft YaHei"/>
              </a:rPr>
              <a:t>易方达全球优质企业QDII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5010912"/>
            <a:ext cx="137160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2026-06-11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5010912"/>
            <a:ext cx="146304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198974"/>
                </a:solidFill>
                <a:latin typeface="Microsoft YaHei"/>
              </a:rPr>
              <a:t>Eastmoney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5010912"/>
            <a:ext cx="2011680" cy="20116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1">
                <a:solidFill>
                  <a:srgbClr val="BF4040"/>
                </a:solidFill>
                <a:latin typeface="Microsoft YaHei"/>
              </a:rPr>
              <a:t>高风险关注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42432"/>
            <a:ext cx="98755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5707D"/>
                </a:solidFill>
                <a:latin typeface="Microsoft YaHei"/>
              </a:rPr>
              <a:t>提示：本报告仅用于投资记录和风险监测，不构成收益保证或买卖建议。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