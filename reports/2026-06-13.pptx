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4314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202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62632" y="2176272"/>
            <a:ext cx="605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8492" y="2944368"/>
            <a:ext cx="3646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95930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818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62689" y="1792224"/>
            <a:ext cx="172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5336" y="2176272"/>
            <a:ext cx="9497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8967" y="2560320"/>
            <a:ext cx="6860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8779" y="2944368"/>
            <a:ext cx="6962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3703" y="1792224"/>
            <a:ext cx="4632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843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7701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97502" y="2944368"/>
            <a:ext cx="7494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85581" y="3328415"/>
            <a:ext cx="361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2.1993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529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592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3152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459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85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