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2698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877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55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443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677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663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4370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589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10459" y="1792224"/>
            <a:ext cx="13245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98729" y="2176272"/>
            <a:ext cx="63631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34655" y="2560320"/>
            <a:ext cx="1003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67977" y="2944368"/>
            <a:ext cx="7670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7497" y="2176272"/>
            <a:ext cx="9794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860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7866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59762" y="2944368"/>
            <a:ext cx="9871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57917" y="3328415"/>
            <a:ext cx="6890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1.6737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2.0791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1.2071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1.9631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308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071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107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74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496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824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56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9450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-26.23%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文件路径：reports/2026-10-07.pptx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文件路径：reports/2026-10-07.md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