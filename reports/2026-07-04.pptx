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2026-07-04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-1.52%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-1.29%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23160" y="1792224"/>
            <a:ext cx="154229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23109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0.61%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22497" y="2176272"/>
            <a:ext cx="30066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-1.19%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14254" y="2560320"/>
            <a:ext cx="408905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7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-1.62%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88175" y="2944368"/>
            <a:ext cx="3498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79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-0.14%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3328415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79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-5.24%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74659" y="1792224"/>
            <a:ext cx="603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-0.39%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53313" y="2176272"/>
            <a:ext cx="181726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-1.16%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54921" y="2560320"/>
            <a:ext cx="80118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-0.51%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35040" y="2944368"/>
            <a:ext cx="100502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81262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0.64%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709160" y="3328415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-8.48%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454081" y="1792224"/>
            <a:ext cx="192838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-1.44%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321040" y="2176272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-9.88%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78682" y="2560320"/>
            <a:ext cx="46823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9264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-3.49%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646919" y="2944368"/>
            <a:ext cx="368169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60809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2.74%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646919" y="3328415"/>
            <a:ext cx="75495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4759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5.63%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1.8315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2026-07-03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1.8454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2026-07-02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2.0387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2026-07-02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1.2996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2026-07-01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2.4241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2026-07-02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1089489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092042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18.63%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-14.00%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917255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15.64%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1405585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-8.27%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296896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22.12%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1095995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-6.45%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832694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14.20%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1570066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-9.24%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40.55%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高风险关注：富国红利精选QDII、易方达全球优质企业QDII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文件路径：reports/2026-07-04.pptx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文件路径：reports/2026-07-04.md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2026-07-03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2026-07-02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2026-07-02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2026-07-01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2026-07-02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