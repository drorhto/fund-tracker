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56877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765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25059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9472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5755" y="2944368"/>
            <a:ext cx="1874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2353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420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3.67%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54867" y="2176272"/>
            <a:ext cx="58017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8303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1108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2.30%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19551" y="2944368"/>
            <a:ext cx="10154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30341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4172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23276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2540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43157" y="2176272"/>
            <a:ext cx="130376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-4.87%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5884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5148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2104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-4.96%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588881" y="3328415"/>
            <a:ext cx="580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1.9719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2.0509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1.2372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2.2082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48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6643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16.84%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85921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23136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17.77%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4772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36370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4939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1143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34.32%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文件路径：reports/2026-06-16.pptx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文件路径：reports/2026-06-16.md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