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59896" y="1792224"/>
            <a:ext cx="106326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2123" y="2176272"/>
            <a:ext cx="4410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5558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446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9599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487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320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276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68192" y="2176272"/>
            <a:ext cx="8668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6974" y="2560320"/>
            <a:ext cx="9806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-2.32%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96972" y="3328415"/>
            <a:ext cx="12380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09478" y="1792224"/>
            <a:ext cx="11374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82686" y="2176272"/>
            <a:ext cx="6642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-6.03%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81636" y="2560320"/>
            <a:ext cx="2652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66945" y="2944368"/>
            <a:ext cx="8799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-7.99%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-12.03%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1.5612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1.7585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1.1361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1.7963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331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4532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7496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048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347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-10.04%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4155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9294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10573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-32.49%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31.87%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文件路径：reports/2026-10-30.pptx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文件路径：reports/2026-10-30.md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