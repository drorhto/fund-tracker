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-9.23%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5295" y="1792224"/>
            <a:ext cx="67786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6833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721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8602" y="2944368"/>
            <a:ext cx="11545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43969" y="3328415"/>
            <a:ext cx="6791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8944" y="1792224"/>
            <a:ext cx="7460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88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364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-6.04%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8978" y="2944368"/>
            <a:ext cx="42606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69530" y="3328415"/>
            <a:ext cx="12655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0924" y="1792224"/>
            <a:ext cx="4159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-7.33%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28070" y="2176272"/>
            <a:ext cx="188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82285" y="2560320"/>
            <a:ext cx="5646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-9.95%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51538" y="2944368"/>
            <a:ext cx="2953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-23.36%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1.7361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1.8608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1.2223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2.0247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5002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2107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5396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82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5721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865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651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589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16.44%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-23.56%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42.22%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文件路径：reports/2026-07-30.pptx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文件路径：reports/2026-07-30.md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