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2026-07-19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-4.85%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1655" y="1792224"/>
            <a:ext cx="130150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-3.34%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54181" y="2176272"/>
            <a:ext cx="26897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14201" y="2560320"/>
            <a:ext cx="60895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8716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-3.41%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25235" y="1792224"/>
            <a:ext cx="70980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-4.81%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77639" y="2176272"/>
            <a:ext cx="15740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49163" y="2560320"/>
            <a:ext cx="38587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1872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948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-8.98%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66545" y="1792224"/>
            <a:ext cx="128037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-7.15%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-7.41%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37973" y="2560320"/>
            <a:ext cx="50894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-2.84%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16103" y="2944368"/>
            <a:ext cx="13081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549307" y="3328415"/>
            <a:ext cx="109761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-6.13%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1.7253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1.8103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2.0129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1.2634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2.2368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43921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6910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20.46%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28140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1727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17220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-7.67%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7921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22.39%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86381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-5.65%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4868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14.85%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41.61%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文件路径：reports/2026-07-19.pptx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文件路径：reports/2026-07-19.md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