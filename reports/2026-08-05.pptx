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-4.49%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42282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170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3770" y="2176272"/>
            <a:ext cx="1938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1396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856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9818" y="2944368"/>
            <a:ext cx="2233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2562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705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88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364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6.49%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17781" y="2944368"/>
            <a:ext cx="41725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9578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654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61779" y="1792224"/>
            <a:ext cx="1851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092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06358" y="2560320"/>
            <a:ext cx="4056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92548" y="2944368"/>
            <a:ext cx="4543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-14.89%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1.7759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1.2184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2.0651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9553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43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426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23.56%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0168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41.72%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