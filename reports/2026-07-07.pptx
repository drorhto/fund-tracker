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7106" y="1792224"/>
            <a:ext cx="95605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6402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90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56563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451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15677" y="3328415"/>
            <a:ext cx="207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63193" y="1792224"/>
            <a:ext cx="8718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8051" y="2176272"/>
            <a:ext cx="669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73630" y="2560320"/>
            <a:ext cx="614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0705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781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28632" y="1792224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80016" y="2560320"/>
            <a:ext cx="2669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791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7179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67155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64192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4.38%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1.8136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1.8553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2.0640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1.2839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2.4263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894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09710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697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4055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800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95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311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14.48%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7006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40.34%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