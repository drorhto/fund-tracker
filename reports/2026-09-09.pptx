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2026-09-09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0.18%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-0.81%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38790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6786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52090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9786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72788" y="2560320"/>
            <a:ext cx="15037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50251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139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64281" y="3328415"/>
            <a:ext cx="5887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43361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43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0.52%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33430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5068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103555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1631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46720" y="2944368"/>
            <a:ext cx="58831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511004" y="1792224"/>
            <a:ext cx="113591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119345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88609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020867" y="2560320"/>
            <a:ext cx="62605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832097" y="2944368"/>
            <a:ext cx="81482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-1.22%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-1.99%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1.7483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1.9165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2.0257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1.2448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2.0258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89562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26628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20.45%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5144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7030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12.84%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9667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2355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22.06%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2708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39317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15.66%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-24.99%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39.63%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文件路径：reports/2026-09-09.pptx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文件路径：reports/2026-09-09.md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