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2026-08-25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-0.77%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-0.34%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62016" y="1792224"/>
            <a:ext cx="106114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-1.16%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85411" y="2176272"/>
            <a:ext cx="43774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99641" y="2560320"/>
            <a:ext cx="82351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10242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7130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58410" y="1792224"/>
            <a:ext cx="67662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-3.50%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15764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8402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95907" y="2560320"/>
            <a:ext cx="63913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-3.31%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8288" y="2944368"/>
            <a:ext cx="5675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-6.87%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43773" y="1792224"/>
            <a:ext cx="40314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35634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48981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1.28%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61026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0290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2.20%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28812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80761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-4.78%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1.7434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1.8773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1.9984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1.2554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2.0050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024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1359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20.54%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624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7128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13.06%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042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2273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22.39%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318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24287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15.65%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40.25%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文件路径：reports/2026-08-25.pptx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文件路径：reports/2026-08-25.md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