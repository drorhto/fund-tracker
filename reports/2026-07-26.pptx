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-0.61%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-5.70%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98505" y="1792224"/>
            <a:ext cx="112465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93723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6115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59615" y="2944368"/>
            <a:ext cx="36354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98427" y="3328415"/>
            <a:ext cx="32473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76905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49816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2.54%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106093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41691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3.50%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73687" y="2560320"/>
            <a:ext cx="56135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78756" y="2944368"/>
            <a:ext cx="55628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-4.38%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03520" y="1792224"/>
            <a:ext cx="54339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05573" y="2176272"/>
            <a:ext cx="4134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97497" y="2560320"/>
            <a:ext cx="24942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-2.95%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394706" y="2944368"/>
            <a:ext cx="25221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-2.98%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-15.67%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1.7691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1.8737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1.9756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2.1389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07491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89290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21.22%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74199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3909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14.97%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76403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-6.69%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6820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22.63%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75261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9446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15.96%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-20.82%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42.43%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文件路径：reports/2026-07-26.pptx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文件路径：reports/2026-07-26.md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