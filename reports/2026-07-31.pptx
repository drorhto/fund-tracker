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2026-07-31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0.89%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-7.31%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36043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29318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0.83%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04872" y="2176272"/>
            <a:ext cx="1828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-0.01%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5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3.05%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30574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4627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0.70%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75942" y="3328415"/>
            <a:ext cx="4721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-0.11%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78885" y="1792224"/>
            <a:ext cx="25615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-1.05%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864701" y="2176272"/>
            <a:ext cx="17033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-0.70%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04535" y="2560320"/>
            <a:ext cx="33050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-1.36%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52342" y="2944368"/>
            <a:ext cx="18269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-0.75%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-5.44%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403796" y="1792224"/>
            <a:ext cx="24312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-3.84%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23188" y="2176272"/>
            <a:ext cx="2373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-0.37%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269868" y="2560320"/>
            <a:ext cx="37705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-5.96%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303919" y="2944368"/>
            <a:ext cx="34300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-5.42%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-20.94%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1.7505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2026-07-31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1.8606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2026-07-30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1.9488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2026-07-30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1.2309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2.0225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2026-07-30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4668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187992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21.06%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53419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81897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14.52%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05349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0215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23.08%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6283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18312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16.28%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-23.64%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42.15%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文件路径：reports/2026-07-31.pptx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文件路径：reports/2026-07-31.md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