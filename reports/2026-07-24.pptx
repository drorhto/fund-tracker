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5643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531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93723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611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9615" y="2944368"/>
            <a:ext cx="3635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093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78237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25875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951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33500" y="2560320"/>
            <a:ext cx="70153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39835" y="2944368"/>
            <a:ext cx="6952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947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7550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8000" y="1792224"/>
            <a:ext cx="7189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47318" y="2176272"/>
            <a:ext cx="996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46074" y="2560320"/>
            <a:ext cx="60084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39349" y="2944368"/>
            <a:ext cx="60757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6.50%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1.7972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1.8737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1.0124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BF4040"/>
                </a:solidFill>
                <a:latin typeface="Microsoft YaHei"/>
              </a:rPr>
              <a:t>synthetic_nav_series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4670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221154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5730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4274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237744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2715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67680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1132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-13.56%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1515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BF4040"/>
                </a:solidFill>
                <a:latin typeface="Microsoft YaHei"/>
              </a:rPr>
              <a:t>部分基金触发 fallback，请检查日志。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BF4040"/>
                </a:solidFill>
                <a:latin typeface="Microsoft YaHei"/>
              </a:rPr>
              <a:t>synthetic_nav_series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