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-0.83%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0.93%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4140" y="1792224"/>
            <a:ext cx="122901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53771" y="2176272"/>
            <a:ext cx="2693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07166" y="2560320"/>
            <a:ext cx="111599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4489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3774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94273" y="1792224"/>
            <a:ext cx="84076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60964" y="2560320"/>
            <a:ext cx="47407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9123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9314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95172" y="3328415"/>
            <a:ext cx="63986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01222" y="1792224"/>
            <a:ext cx="44569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1851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2.73%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22202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14666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09787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9051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5123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43871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0.11%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1.7392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1.9088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2.0007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1.2537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1.9939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3087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20.63%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725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3128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22.32%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3409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39.85%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文件路径：reports/2026-09-02.pptx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文件路径：reports/2026-09-02.md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