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510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91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92517" y="2176272"/>
            <a:ext cx="306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73329" y="2944368"/>
            <a:ext cx="4498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83059" y="3328415"/>
            <a:ext cx="4401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92557" y="1792224"/>
            <a:ext cx="342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70855" y="2176272"/>
            <a:ext cx="11641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431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93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20789" y="2944368"/>
            <a:ext cx="7142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11031" y="1792224"/>
            <a:ext cx="11358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-9.32%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57726" y="2176272"/>
            <a:ext cx="689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1496" y="2560320"/>
            <a:ext cx="354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6545" y="2944368"/>
            <a:ext cx="7303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-10.88%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1.5767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1.7881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331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4541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112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086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553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542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136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1280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-32.49%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31.92%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