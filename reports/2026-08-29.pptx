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4263" y="1792224"/>
            <a:ext cx="4088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02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912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9037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925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27299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187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69268" y="1792224"/>
            <a:ext cx="657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470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778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242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501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32949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025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514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440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41005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0269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7.72%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36837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6101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7724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6988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1.2485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705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98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520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683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40.14%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