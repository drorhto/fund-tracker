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2026-08-29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0.57%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2.83%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4263" y="1792224"/>
            <a:ext cx="40889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76272"/>
            <a:ext cx="25024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9125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5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1.34%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39037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9257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127299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1871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69268" y="1792224"/>
            <a:ext cx="6577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0" y="2176272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2.63%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64702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7784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2425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501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3328415"/>
            <a:ext cx="32949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0255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6919" y="1792224"/>
            <a:ext cx="25143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44073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1.46%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46919" y="2176272"/>
            <a:ext cx="41005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269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2.39%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1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7.72%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46919" y="2944368"/>
            <a:ext cx="36837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61012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2.14%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46919" y="3328415"/>
            <a:ext cx="7724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6988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0.45%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1.7615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1.9052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2.0370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1.2485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2.0338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90244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217058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46249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-15.26%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6989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13.00%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100426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2520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22.38%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3185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26833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15.65%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-24.80%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40.14%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文件路径：reports/2026-08-29.pptx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文件路径：reports/2026-08-29.md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