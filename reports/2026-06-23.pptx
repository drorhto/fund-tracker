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4.24%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4234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1222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9360" y="2176272"/>
            <a:ext cx="5437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89252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1402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295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841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3.58%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4676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845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83937" y="2176272"/>
            <a:ext cx="1511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2396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036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26636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712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3.22%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16.04%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42076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1340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5.73%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88370" y="2176272"/>
            <a:ext cx="45854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24537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3801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3.34%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182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4466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18.07%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1.9171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2.1013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2.5521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43120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0273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10689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16.86%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31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3515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21.86%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4614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106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06251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36.22%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文件路径：reports/2026-06-23.pptx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文件路径：reports/2026-06-23.md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