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5563" y="1792224"/>
            <a:ext cx="1775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232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210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6488" y="2560320"/>
            <a:ext cx="3766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25544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432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41705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781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57501" y="2176272"/>
            <a:ext cx="4775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22080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1562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57539" y="2944368"/>
            <a:ext cx="27750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80389" y="1792224"/>
            <a:ext cx="2665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-7.64%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20762" y="2560320"/>
            <a:ext cx="526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2554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1818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22420" y="3328415"/>
            <a:ext cx="3244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1.8154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1.8229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2.0449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1.2634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2.3157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205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464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19.51%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244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22155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8852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9001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5812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07753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41.24%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