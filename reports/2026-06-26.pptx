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393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824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6840" y="2176272"/>
            <a:ext cx="2963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23143" y="2560320"/>
            <a:ext cx="1000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24652" y="2944368"/>
            <a:ext cx="89850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580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876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74445" y="2176272"/>
            <a:ext cx="76059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5170" y="2560320"/>
            <a:ext cx="3598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906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138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849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758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66754" y="2176272"/>
            <a:ext cx="8801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4726" y="2560320"/>
            <a:ext cx="22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28632" y="2944368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11.72%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1.8829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2.5363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4495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08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00773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7095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998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25238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6235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13.79%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79410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38.01%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