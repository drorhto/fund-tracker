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9609" y="1792224"/>
            <a:ext cx="10035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7962" y="2176272"/>
            <a:ext cx="126519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2051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939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6863" y="3328415"/>
            <a:ext cx="7062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29019" y="1792224"/>
            <a:ext cx="7060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8864" y="2176272"/>
            <a:ext cx="31617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3874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818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6315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3917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96375" y="1792224"/>
            <a:ext cx="9505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68216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7480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9196" y="2560320"/>
            <a:ext cx="8677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37879" y="2944368"/>
            <a:ext cx="4090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1.7266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1.9054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1.9981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1.2432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6566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8383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506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21.26%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6058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15.53%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38.43%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文件路径：reports/2026-09-12.pptx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文件路径：reports/2026-09-12.md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