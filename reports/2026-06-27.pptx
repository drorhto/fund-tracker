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1808" y="1792224"/>
            <a:ext cx="8213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72105" y="2176272"/>
            <a:ext cx="2510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9988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876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042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314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4.43%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1137" y="1792224"/>
            <a:ext cx="2239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21333" y="2176272"/>
            <a:ext cx="71370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12652" y="2560320"/>
            <a:ext cx="223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4975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051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7.50%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10739" y="1792224"/>
            <a:ext cx="361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91443" y="2176272"/>
            <a:ext cx="7554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-9.05%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45467" y="2560320"/>
            <a:ext cx="1014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1.8386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2.0492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2.6487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7434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042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943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16.02%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61261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208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18136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611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923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38.31%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