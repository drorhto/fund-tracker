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-0.74%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16454" y="1792224"/>
            <a:ext cx="60670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55345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2338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91170" y="2560320"/>
            <a:ext cx="43198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435" y="2944368"/>
            <a:ext cx="19172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41726" y="3328415"/>
            <a:ext cx="28143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04516" y="1792224"/>
            <a:ext cx="305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82945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10216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5376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84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4306" y="2944368"/>
            <a:ext cx="37073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81004" y="1792224"/>
            <a:ext cx="106591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1851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3.35%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58202" y="2560320"/>
            <a:ext cx="38871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66910" y="2944368"/>
            <a:ext cx="68000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83789" y="3328415"/>
            <a:ext cx="66313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1.7403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1.9245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2.0191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2.0215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8956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6389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20.44%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514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843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12.59%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966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023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21.19%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270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6824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38.45%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文件路径：reports/2026-09-10.pptx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文件路径：reports/2026-09-10.md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