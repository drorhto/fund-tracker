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-2.41%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84818" y="1792224"/>
            <a:ext cx="4383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4111" y="2176272"/>
            <a:ext cx="4904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45048" y="2560320"/>
            <a:ext cx="47811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49104" y="2944368"/>
            <a:ext cx="87405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03923" y="1792224"/>
            <a:ext cx="10311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7960" y="2176272"/>
            <a:ext cx="9070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26298" y="2944368"/>
            <a:ext cx="7087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40603" y="3328415"/>
            <a:ext cx="9944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11208" y="1792224"/>
            <a:ext cx="93571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-5.02%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60836" y="2560320"/>
            <a:ext cx="1860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27191" y="2944368"/>
            <a:ext cx="9197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824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7509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1.9843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2.0168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1.2343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2.2171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4862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6866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25082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17.76%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104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20.02%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826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13.46%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33.75%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