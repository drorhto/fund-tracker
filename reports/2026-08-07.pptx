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0.11%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-3.13%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68769" y="1792224"/>
            <a:ext cx="15439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54121" y="2176272"/>
            <a:ext cx="46903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76287" y="2560320"/>
            <a:ext cx="34687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5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9935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68236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68016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0926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87270" y="2176272"/>
            <a:ext cx="4776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4.18%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44871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2947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1.41%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69685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77613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492446" y="1792224"/>
            <a:ext cx="15447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9765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90291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17503" y="2560320"/>
            <a:ext cx="2941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471102" y="2944368"/>
            <a:ext cx="17581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-13.06%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1.7733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1.8578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2.0302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1.2483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2.0669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1545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20.97%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6725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13.24%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3657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23.06%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21377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15.89%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41.01%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文件路径：reports/2026-08-07.pptx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文件路径：reports/2026-08-07.md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