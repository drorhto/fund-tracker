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2.01%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616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049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485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745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980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691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951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405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4.01%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780" y="1792224"/>
            <a:ext cx="18225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422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298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2195" y="2560320"/>
            <a:ext cx="2928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14670" y="2944368"/>
            <a:ext cx="42036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-7.08%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3399" y="1792224"/>
            <a:ext cx="4135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35921" y="2176272"/>
            <a:ext cx="3109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52189" y="2560320"/>
            <a:ext cx="2947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53211" y="2944368"/>
            <a:ext cx="39370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-17.44%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1.2194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2.1813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7678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033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4315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15.09%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058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-7.06%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01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670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42.54%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