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FUND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基金组合日报 2026-10-14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530352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1A2026"/>
                </a:solidFill>
                <a:latin typeface="Microsoft YaHei"/>
              </a:rPr>
              <a:t>真实净值驱动的每日组合快照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65707D"/>
                </a:solidFill>
                <a:latin typeface="Microsoft YaHei"/>
              </a:rPr>
              <a:t>含收益表现、回撤波动、数据源状态与高风险基金提示。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平均日涨跌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-0.58%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平均近1月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-2.98%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回撤或波动触发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真实数据失败数量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5603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今日风险判断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47488"/>
            <a:ext cx="10149840" cy="73152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48656"/>
            <a:ext cx="9555480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BF4040"/>
                </a:solidFill>
                <a:latin typeface="Microsoft YaHei"/>
              </a:rPr>
              <a:t>存在高风险关注基金，建议复核 QDII 汇率、海外科技股估值与短期回撤。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收益表现：近1月分化明显，QDII 贡献主要波动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当日涨跌幅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59054" y="1792224"/>
            <a:ext cx="164105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79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-0.26%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88885" y="2176272"/>
            <a:ext cx="34274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79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-0.05%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15006" y="2560320"/>
            <a:ext cx="408153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7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-0.65%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23160" y="2944368"/>
            <a:ext cx="110488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79368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0.18%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3328415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79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-2.11%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近1周收益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65607" y="1792224"/>
            <a:ext cx="56943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-1.51%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91908" y="2176272"/>
            <a:ext cx="43131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-0.11%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35040" y="2560320"/>
            <a:ext cx="359397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0157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0.95%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206523" y="2944368"/>
            <a:ext cx="828516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-2.20%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709160" y="3328415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-3.52%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近1个月收益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9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337191" y="1792224"/>
            <a:ext cx="1309728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264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-5.50%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19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679377" y="2176272"/>
            <a:ext cx="96754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-4.06%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46919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646919" y="2560320"/>
            <a:ext cx="837717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30357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3.52%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9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64441" y="2944368"/>
            <a:ext cx="782478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9264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-3.29%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19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321040" y="3328415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9264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-5.57%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60520"/>
            <a:ext cx="20116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基金净值状态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48056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基金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6280" y="448056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最新净值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净值日期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数据源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480060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华夏沪深300ETF联接 (000051)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26280" y="480060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1.6437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076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102352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富国红利精选QDII (009108)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6280" y="5102352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1.8340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8076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404104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纳斯达克100指数QDII (015299)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26280" y="5404104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2.0974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2026-10-12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812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05856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兴全安泰积极养老五年FOF (010267)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26280" y="5705856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1.1975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076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2026-10-09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812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00760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易方达全球优质企业QDII (018229)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6007608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1.8853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8076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2026-10-12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812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风险图谱：回撤与年化波动共同决定关注优先级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最大回撤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年化波动率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737360"/>
            <a:ext cx="1129953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-13.70%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37360"/>
            <a:ext cx="1303129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595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20.21%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331720"/>
            <a:ext cx="108402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-13.14%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2331720"/>
            <a:ext cx="797669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595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12.37%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926080"/>
            <a:ext cx="86416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926080"/>
            <a:ext cx="1369123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595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21.23%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520440"/>
            <a:ext cx="671869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-8.15%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520440"/>
            <a:ext cx="994561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595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15.42%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8523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-28.82%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964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4595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36.87%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10607040" cy="6400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0096"/>
            <a:ext cx="996696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1">
                <a:solidFill>
                  <a:srgbClr val="BF4040"/>
                </a:solidFill>
                <a:latin typeface="Microsoft YaHei"/>
              </a:rPr>
              <a:t>高风险关注：华夏沪深300ETF联接、富国红利精选QDII、纳斯达克100指数QDII、易方达全球优质企业QDII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数据源与下载说明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3657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000" b="1">
                <a:solidFill>
                  <a:srgbClr val="198974"/>
                </a:solidFill>
                <a:latin typeface="Microsoft YaHei"/>
              </a:rPr>
              <a:t>五只基金均使用 Eastmoney/Tiantian Fund 真实净值。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PPTX 文件路径：reports/2026-10-14.pptx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Markdown 文件路径：reports/2026-10-14.md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03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数据新鲜度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华夏沪深300ETF联接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474720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474720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58768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58768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858768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58768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42816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纳斯达克100指数QDII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242816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42816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42816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兴全安泰积极养老五年FOF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626864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26864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626864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10912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易方达全球优质企业QDII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010912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010912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01091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42432"/>
            <a:ext cx="98755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提示：本报告仅用于投资记录和风险监测，不构成收益保证或买卖建议。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