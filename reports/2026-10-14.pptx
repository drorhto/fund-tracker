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-3.64%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2315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203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40220" y="2560320"/>
            <a:ext cx="28293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68739" y="2944368"/>
            <a:ext cx="8544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4938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274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73779" y="1792224"/>
            <a:ext cx="116126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28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9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22778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8544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19859" y="2944368"/>
            <a:ext cx="6151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06073" y="2176272"/>
            <a:ext cx="8408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-4.59%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5721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64804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3.13%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43732" y="2944368"/>
            <a:ext cx="8031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-4.39%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16962" y="3328415"/>
            <a:ext cx="9299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-5.08%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1.6224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1.8380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2.0916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1.1875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1.8944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22220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126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0840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053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12.24%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86416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706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21.22%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219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9613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-28.82%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36.81%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文件路径：reports/2026-10-14.pptx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文件路径：reports/2026-10-14.md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