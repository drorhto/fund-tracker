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7203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091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439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284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99796" y="2944368"/>
            <a:ext cx="52336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79221" y="3328415"/>
            <a:ext cx="3439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2514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221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798" y="2176272"/>
            <a:ext cx="2762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08214" y="2560320"/>
            <a:ext cx="32682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86718" y="2944368"/>
            <a:ext cx="4483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-7.07%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483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4099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98343" y="2176272"/>
            <a:ext cx="9485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259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1856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10.29%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1.8448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2.0361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2.3774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1798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089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6638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3040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228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455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287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59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40.48%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