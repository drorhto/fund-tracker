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-0.08%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55928" y="1792224"/>
            <a:ext cx="6672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24191" y="2176272"/>
            <a:ext cx="119896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4837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261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6546" y="3328415"/>
            <a:ext cx="4566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863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711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21323" y="2176272"/>
            <a:ext cx="3137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7556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645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250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576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74589" y="1792224"/>
            <a:ext cx="2723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8673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937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988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146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-9.82%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1.7788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1.8481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2.0750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2.0884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001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12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614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401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