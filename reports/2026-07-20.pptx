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2026-07-20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-1.35%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-6.50%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451592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0472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1.44%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73026" y="2176272"/>
            <a:ext cx="55013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-1.75%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15800" y="2560320"/>
            <a:ext cx="40735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34706" y="2944368"/>
            <a:ext cx="28845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-0.92%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-4.22%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01026" y="1792224"/>
            <a:ext cx="23401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-1.82%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7558" y="2176272"/>
            <a:ext cx="27748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-2.16%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26287" y="2560320"/>
            <a:ext cx="50875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-3.96%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754220" y="2944368"/>
            <a:ext cx="28081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-2.19%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-10.33%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35072" y="1792224"/>
            <a:ext cx="61184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-6.02%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774020" y="2176272"/>
            <a:ext cx="87289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-8.59%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324930" y="2560320"/>
            <a:ext cx="32198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-3.17%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475298" y="2944368"/>
            <a:ext cx="17162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-1.69%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-13.04%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1.7501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1.7786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1.9868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1.2518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2.1424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2026-07-17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17087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52145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96437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-15.79%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81784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14.55%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95365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-7.67%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259346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22.41%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70275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-5.65%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838102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14.91%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-19.12%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42.31%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文件路径：reports/2026-07-20.pptx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文件路径：reports/2026-07-20.md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