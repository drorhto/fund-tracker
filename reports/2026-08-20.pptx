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FUND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基金组合日报 2026-08-20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530352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800" b="1">
                <a:solidFill>
                  <a:srgbClr val="1A2026"/>
                </a:solidFill>
                <a:latin typeface="Microsoft YaHei"/>
              </a:rPr>
              <a:t>真实净值驱动的每日组合快照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603504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65707D"/>
                </a:solidFill>
                <a:latin typeface="Microsoft YaHei"/>
              </a:rPr>
              <a:t>含收益表现、回撤波动、数据源状态与高风险基金提示。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平均日涨跌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-1.39%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平均近1月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-0.95%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5332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32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332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回撤或波动触发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5820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5936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Fallback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936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936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真实数据失败数量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709160"/>
            <a:ext cx="256032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今日风险判断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047488"/>
            <a:ext cx="10149840" cy="73152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248656"/>
            <a:ext cx="9555480" cy="31089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1">
                <a:solidFill>
                  <a:srgbClr val="BF4040"/>
                </a:solidFill>
                <a:latin typeface="Microsoft YaHei"/>
              </a:rPr>
              <a:t>存在高风险关注基金，建议复核 QDII 汇率、海外科技股估值与短期回撤。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RETURNS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收益表现：近1月分化明显，QDII 贡献主要波动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当日涨跌幅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7" name="Rectangle 6"/>
          <p:cNvSpPr/>
          <p:nvPr/>
        </p:nvSpPr>
        <p:spPr>
          <a:xfrm>
            <a:off x="242316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355108" y="1792224"/>
            <a:ext cx="1068051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79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-2.72%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19705" y="2176272"/>
            <a:ext cx="203454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79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-0.52%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6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09113" y="2560320"/>
            <a:ext cx="114046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68879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-0.29%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316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04661" y="2944368"/>
            <a:ext cx="18498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68879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-0.05%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2316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97280" y="3328415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68879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-3.37%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近1周收益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281835" y="1792224"/>
            <a:ext cx="753204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8076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-2.04%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644372" y="2176272"/>
            <a:ext cx="390667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8076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-1.06%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5196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600646" y="2560320"/>
            <a:ext cx="434393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8076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-1.17%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6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35040" y="2944368"/>
            <a:ext cx="473196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53956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1.28%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5196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3504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709160" y="3328415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08076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-3.58%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近1个月收益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6384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46919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156047" y="1792224"/>
            <a:ext cx="490872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9264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-2.72%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6384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46919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646919" y="2176272"/>
            <a:ext cx="5882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75146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0.33%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6384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646919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646919" y="2560320"/>
            <a:ext cx="74107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766747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0.41%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6384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46919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646919" y="2944368"/>
            <a:ext cx="825608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518248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4.58%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6384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646919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321040" y="3328415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69264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-7.35%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" y="4160520"/>
            <a:ext cx="20116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基金净值状态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" y="448056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基金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26280" y="448056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最新净值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8076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净值日期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1812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数据源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0080" y="480060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华夏沪深300ETF联接 (000051)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26280" y="480060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1.7520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8076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2026-08-19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1812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0080" y="5102352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富国红利精选QDII (009108)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26280" y="5102352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1.8464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08076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2026-08-19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1812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0080" y="5404104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纳斯达克100指数QDII (015299)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26280" y="5404104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2.0290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08076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2026-08-19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81812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0080" y="5705856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兴全安泰积极养老五年FOF (010267)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26280" y="5705856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1.2752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08076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2026-08-18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81812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0080" y="6007608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易方达全球优质企业QDII (018229)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26280" y="6007608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2.0210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08076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2026-08-19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81812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RISK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风险图谱：回撤与年化波动共同决定关注优先级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最大回撤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年化波动率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737360"/>
            <a:ext cx="902442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8523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-9.41%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49640" y="1737360"/>
            <a:ext cx="1210269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4595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20.52%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2331720"/>
            <a:ext cx="1462491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8523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-15.26%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49640" y="2331720"/>
            <a:ext cx="74905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4595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12.70%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88920" y="2926080"/>
            <a:ext cx="1004265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8523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-10.48%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2926080"/>
            <a:ext cx="1327658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4595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22.51%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88920" y="3520440"/>
            <a:ext cx="631857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8523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-6.59%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49640" y="3520440"/>
            <a:ext cx="901785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4595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15.29%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8892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8523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-24.80%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4964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4595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40.32%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166360"/>
            <a:ext cx="10607040" cy="6400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340096"/>
            <a:ext cx="996696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1">
                <a:solidFill>
                  <a:srgbClr val="BF4040"/>
                </a:solidFill>
                <a:latin typeface="Microsoft YaHei"/>
              </a:rPr>
              <a:t>高风险关注：富国红利精选QDII、纳斯达克100指数QDII、易方达全球优质企业QDII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数据源与下载说明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9875520" cy="3657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000" b="1">
                <a:solidFill>
                  <a:srgbClr val="198974"/>
                </a:solidFill>
                <a:latin typeface="Microsoft YaHei"/>
              </a:rPr>
              <a:t>五只基金均使用 Eastmoney/Tiantian Fund 真实净值。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PPTX 文件路径：reports/2026-08-20.pptx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59152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Markdown 文件路径：reports/2026-08-20.md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63240"/>
            <a:ext cx="21031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数据新鲜度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74720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华夏沪深300ETF联接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3474720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2026-08-19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474720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3474720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858768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858768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2026-08-19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858768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3858768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42816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纳斯达克100指数QDII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4242816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2026-08-19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4242816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4242816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26864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兴全安泰积极养老五年FOF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4626864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2026-08-18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626864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626864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010912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易方达全球优质企业QDII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5010912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2026-08-19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5010912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5010912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742432"/>
            <a:ext cx="98755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提示：本报告仅用于投资记录和风险监测，不构成收益保证或买卖建议。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