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150" y="1792224"/>
            <a:ext cx="6920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02607" y="2176272"/>
            <a:ext cx="2205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5960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490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59509" y="2944368"/>
            <a:ext cx="2636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59651" y="1792224"/>
            <a:ext cx="4753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49689" y="2176272"/>
            <a:ext cx="3853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6305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30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6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2620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696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3373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63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94437" y="2176272"/>
            <a:ext cx="9524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30388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9652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725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519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10.84%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1.8298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2.0669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2.4574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1443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589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5619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29947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9873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22.29%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4187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4905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6540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文件路径：reports/2026-07-11.pptx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文件路径：reports/2026-07-11.md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