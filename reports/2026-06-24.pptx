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4.63%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28244" y="1792224"/>
            <a:ext cx="9949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3530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4181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4085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973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3.53%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3842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918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3678" y="2176272"/>
            <a:ext cx="18136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6878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954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2661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691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3.94%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19.65%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9649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913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341993" y="2176272"/>
            <a:ext cx="30492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-5.34%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8343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607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3.21%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140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4042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23.21%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1.8542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1.9189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1.2860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2.6421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43120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3098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17.34%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-10.65%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07253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31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2470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43975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212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14.14%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06251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36.45%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文件路径：reports/2026-06-24.pptx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文件路径：reports/2026-06-24.md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