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2026-10-17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-0.63%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-5.42%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13870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7581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0.14%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80" y="2176272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-1.31%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54172" y="2560320"/>
            <a:ext cx="6898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20584" y="2944368"/>
            <a:ext cx="80257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-0.79%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20508" y="3328415"/>
            <a:ext cx="110265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-1.09%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56927" y="1792224"/>
            <a:ext cx="107811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-3.21%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1301" y="2176272"/>
            <a:ext cx="28373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176957" y="2560320"/>
            <a:ext cx="85808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-2.56%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12996" y="2944368"/>
            <a:ext cx="102204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-3.05%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-3.95%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01104" y="1792224"/>
            <a:ext cx="124581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-8.17%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765115" y="2176272"/>
            <a:ext cx="88180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-5.78%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18221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74853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1.19%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785535" y="2944368"/>
            <a:ext cx="86138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-5.65%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-8.69%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1.6055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2026-10-16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1.8057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2026-10-15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2.0499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2026-10-15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1.1745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2026-10-14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1.8497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2026-10-15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24678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-15.82%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32165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20.18%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03304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-13.11%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0945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12.36%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81562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-10.35%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40491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21.45%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76850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-9.75%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1005556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15.35%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-30.17%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36.30%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文件路径：reports/2026-10-17.pptx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文件路径：reports/2026-10-17.md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