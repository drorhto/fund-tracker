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7819" y="1792224"/>
            <a:ext cx="11853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68504" y="2560320"/>
            <a:ext cx="55465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8993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881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-3.71%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44485" y="2176272"/>
            <a:ext cx="2905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429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367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64616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692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30874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950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10492" y="1792224"/>
            <a:ext cx="13642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25737" y="2176272"/>
            <a:ext cx="7211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17866" y="2560320"/>
            <a:ext cx="12905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7875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139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15.24%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1.8676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1.3014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2.5582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071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889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393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4452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-8.37%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4075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11379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624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9556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39.42%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