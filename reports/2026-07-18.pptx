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1655" y="1792224"/>
            <a:ext cx="13015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4181" y="2176272"/>
            <a:ext cx="2689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14201" y="2560320"/>
            <a:ext cx="60895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25235" y="1792224"/>
            <a:ext cx="7098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-4.81%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77639" y="2176272"/>
            <a:ext cx="1574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49163" y="2560320"/>
            <a:ext cx="3858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87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48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66545" y="1792224"/>
            <a:ext cx="12803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37973" y="2560320"/>
            <a:ext cx="5089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6103" y="2944368"/>
            <a:ext cx="1308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49307" y="3328415"/>
            <a:ext cx="10976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2.0129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1.2634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2.2368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4392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6910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2814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72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1722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7921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63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868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41.61%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