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FUND TRACKER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基金组合日报 2026-10-13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417320"/>
            <a:ext cx="5303520" cy="5029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800" b="1">
                <a:solidFill>
                  <a:srgbClr val="1A2026"/>
                </a:solidFill>
                <a:latin typeface="Microsoft YaHei"/>
              </a:rPr>
              <a:t>真实净值驱动的每日组合快照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6035040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65707D"/>
                </a:solidFill>
                <a:latin typeface="Microsoft YaHei"/>
              </a:rPr>
              <a:t>含收益表现、回撤波动、数据源状态与高风险基金提示。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平均日涨跌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BF4040"/>
                </a:solidFill>
                <a:latin typeface="Microsoft YaHei"/>
              </a:rPr>
              <a:t>-0.17%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五只基金简单平均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4728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平均近1月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4728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BF4040"/>
                </a:solidFill>
                <a:latin typeface="Microsoft YaHei"/>
              </a:rPr>
              <a:t>-2.20%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4728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五只基金简单平均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5216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5332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高风险关注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5332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BF4040"/>
                </a:solidFill>
                <a:latin typeface="Microsoft YaHe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5332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回撤或波动触发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5820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5936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Fallback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5936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98974"/>
                </a:solidFill>
                <a:latin typeface="Microsoft YaHei"/>
              </a:rPr>
              <a:t>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5936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真实数据失败数量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709160"/>
            <a:ext cx="2560320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今日风险判断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5047488"/>
            <a:ext cx="10149840" cy="73152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5248656"/>
            <a:ext cx="9555480" cy="31089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600" b="1">
                <a:solidFill>
                  <a:srgbClr val="BF4040"/>
                </a:solidFill>
                <a:latin typeface="Microsoft YaHei"/>
              </a:rPr>
              <a:t>存在高风险关注基金，建议复核 QDII 汇率、海外科技股估值与短期回撤。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RETURNS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收益表现：近1月分化明显，QDII 贡献主要波动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当日涨跌幅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7" name="Rectangle 6"/>
          <p:cNvSpPr/>
          <p:nvPr/>
        </p:nvSpPr>
        <p:spPr>
          <a:xfrm>
            <a:off x="2423160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769575" y="1792224"/>
            <a:ext cx="653584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68879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-0.65%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23160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423160" y="2176272"/>
            <a:ext cx="766218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35098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0.76%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23160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423160" y="2560320"/>
            <a:ext cx="353117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21997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0.35%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23160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97280" y="2944368"/>
            <a:ext cx="132588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468879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-1.32%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23160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423160" y="3328415"/>
            <a:ext cx="18288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487168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0.01%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5196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近1周收益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5196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35040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649173" y="1792224"/>
            <a:ext cx="385866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80760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-1.14%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5196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35040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733337" y="2176272"/>
            <a:ext cx="301702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080760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-0.89%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5196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35040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035040" y="2560320"/>
            <a:ext cx="333607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14367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0.99%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5196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035040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819995" y="2944368"/>
            <a:ext cx="1215044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080760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-3.59%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5196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035040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709160" y="3328415"/>
            <a:ext cx="132588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080760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-3.92%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86384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近1个月收益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86384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646919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321040" y="1792224"/>
            <a:ext cx="132588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692640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-5.34%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86384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646919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8751187" y="2176272"/>
            <a:ext cx="895732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692640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-3.61%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86384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646919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646919" y="2560320"/>
            <a:ext cx="1314776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1007416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5.30%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86384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646919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8579839" y="2944368"/>
            <a:ext cx="106708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692640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-4.30%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86384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646919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8886097" y="3328415"/>
            <a:ext cx="760822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692640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-3.07%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40080" y="4160520"/>
            <a:ext cx="20116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基金净值状态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40080" y="4480560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基金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526280" y="4480560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最新净值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080760" y="448056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净值日期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818120" y="448056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数据源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40080" y="4800600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华夏沪深300ETF联接 (000051)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526280" y="4800600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1.6480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080760" y="480060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2026-10-12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818120" y="480060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40080" y="5102352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富国红利精选QDII (009108)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526280" y="5102352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1.8350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080760" y="5102352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2026-10-09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818120" y="5102352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40080" y="5404104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纳斯达克100指数QDII (015299)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526280" y="5404104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2.1111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080760" y="5404104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2026-10-09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818120" y="5404104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40080" y="5705856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兴全安泰积极养老五年FOF (010267)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526280" y="5705856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1.1954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080760" y="5705856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2026-10-08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818120" y="5705856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40080" y="6007608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易方达全球优质企业QDII (018229)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526280" y="6007608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1.9259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080760" y="6007608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2026-10-09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818120" y="6007608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RISK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风险图谱：回撤与年化波动共同决定关注优先级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98448"/>
            <a:ext cx="457200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最大回撤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98448"/>
            <a:ext cx="457200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年化波动率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1907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</a:t>
            </a:r>
          </a:p>
        </p:txBody>
      </p:sp>
      <p:sp>
        <p:nvSpPr>
          <p:cNvPr id="8" name="Rectangle 7"/>
          <p:cNvSpPr/>
          <p:nvPr/>
        </p:nvSpPr>
        <p:spPr>
          <a:xfrm>
            <a:off x="2788920" y="1737360"/>
            <a:ext cx="1173591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85232" y="171907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-13.47%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71907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49640" y="1737360"/>
            <a:ext cx="1310048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45952" y="171907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20.26%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31343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88920" y="2331720"/>
            <a:ext cx="1144752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85232" y="231343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-13.14%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31343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549640" y="2331720"/>
            <a:ext cx="800116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45952" y="231343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12.37%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290779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88920" y="2926080"/>
            <a:ext cx="912576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85232" y="290779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-10.48%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90779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549640" y="2926080"/>
            <a:ext cx="1371503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045952" y="290779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21.21%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350215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88920" y="3520440"/>
            <a:ext cx="709511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85232" y="350215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-8.15%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50215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549640" y="3520440"/>
            <a:ext cx="997911" cy="201168"/>
          </a:xfrm>
          <a:prstGeom prst="rect">
            <a:avLst/>
          </a:prstGeom>
          <a:solidFill>
            <a:srgbClr val="BF8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045952" y="350215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15.43%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409651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88920" y="4114800"/>
            <a:ext cx="2377440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285232" y="409651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-27.29%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409651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549640" y="4114800"/>
            <a:ext cx="2377440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045952" y="409651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36.76%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" y="5166360"/>
            <a:ext cx="10607040" cy="6400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8680" y="5340096"/>
            <a:ext cx="9966960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1">
                <a:solidFill>
                  <a:srgbClr val="BF4040"/>
                </a:solidFill>
                <a:latin typeface="Microsoft YaHei"/>
              </a:rPr>
              <a:t>高风险关注：华夏沪深300ETF联接、富国红利精选QDII、纳斯达克100指数QDII、易方达全球优质企业QDII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DELIVERY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数据源与下载说明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9875520" cy="36576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000" b="1">
                <a:solidFill>
                  <a:srgbClr val="198974"/>
                </a:solidFill>
                <a:latin typeface="Microsoft YaHei"/>
              </a:rPr>
              <a:t>五只基金均使用 Eastmoney/Tiantian Fund 真实净值。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965960"/>
            <a:ext cx="987552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1A2026"/>
                </a:solidFill>
                <a:latin typeface="Microsoft YaHei"/>
              </a:rPr>
              <a:t>PPTX 文件路径：reports/2026-10-13.pptx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359152"/>
            <a:ext cx="987552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1A2026"/>
                </a:solidFill>
                <a:latin typeface="Microsoft YaHei"/>
              </a:rPr>
              <a:t>Markdown 文件路径：reports/2026-10-13.md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063240"/>
            <a:ext cx="210312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数据新鲜度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474720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华夏沪深300ETF联接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3320" y="3474720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2026-10-12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3474720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03720" y="3474720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858768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3858768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2026-10-09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3858768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3858768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242816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纳斯达克100指数QDII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03320" y="4242816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2026-10-09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0" y="4242816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4242816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626864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兴全安泰积极养老五年FOF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03320" y="4626864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2026-10-08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4626864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4626864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842D"/>
                </a:solidFill>
                <a:latin typeface="Microsoft YaHei"/>
              </a:rPr>
              <a:t>中等波动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010912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易方达全球优质企业QDII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03320" y="5010912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2026-10-09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0" y="5010912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03720" y="5010912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5742432"/>
            <a:ext cx="987552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提示：本报告仅用于投资记录和风险监测，不构成收益保证或买卖建议。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