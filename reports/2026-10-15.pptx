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-4.66%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13032" y="1792224"/>
            <a:ext cx="81012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2410" y="2176272"/>
            <a:ext cx="31074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14544" y="2944368"/>
            <a:ext cx="2086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40461" y="3328415"/>
            <a:ext cx="88269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71026" y="1792224"/>
            <a:ext cx="9640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22964" y="2176272"/>
            <a:ext cx="21207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61154" y="2560320"/>
            <a:ext cx="47388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23326" y="2944368"/>
            <a:ext cx="6117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-2.02%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-8.03%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60640" y="2176272"/>
            <a:ext cx="6862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-4.15%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898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8245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98210" y="2944368"/>
            <a:ext cx="7487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-4.53%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70375" y="3328415"/>
            <a:ext cx="12765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1.6033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1.8297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2.0513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1.1839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27944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2041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06285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767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84729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0287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21.45%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3022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-9.03%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0545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-29.40%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文件路径：reports/2026-10-15.pptx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文件路径：reports/2026-10-15.md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