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2026-06-30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-0.72%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0.54%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44229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11171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97468" y="2176272"/>
            <a:ext cx="32569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-0.91%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59686" y="2560320"/>
            <a:ext cx="36347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-1.01%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27307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1957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0.76%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728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-3.68%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69257" y="1792224"/>
            <a:ext cx="86578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-2.28%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709160" y="2176272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-3.49%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718705" y="2560320"/>
            <a:ext cx="131633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-3.46%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2944368"/>
            <a:ext cx="590145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70905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1.55%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16752" y="3328415"/>
            <a:ext cx="1828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-0.04%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646919" y="1792224"/>
            <a:ext cx="70804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63444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0.67%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672803" y="2176272"/>
            <a:ext cx="97411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-9.15%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424984" y="2560320"/>
            <a:ext cx="22193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-2.09%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46919" y="2944368"/>
            <a:ext cx="8575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78398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0.81%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646919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01851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12.46%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1.8612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2026-06-29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1.8502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2026-06-26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2.0285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2026-06-26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1.3011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2026-06-25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2.5511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2026-06-26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10718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097146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17.99%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-13.77%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98069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16.08%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152038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-8.81%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30849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21.82%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111379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-6.45%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846488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13.88%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159556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-9.24%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38.98%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文件路径：reports/2026-06-30.pptx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文件路径：reports/2026-06-30.md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