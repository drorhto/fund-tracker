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2026-07-28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-0.76%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-6.58%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1792224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-2.67%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176272"/>
            <a:ext cx="48226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7106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0.10%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19991" y="2560320"/>
            <a:ext cx="20316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-0.41%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87678" y="2944368"/>
            <a:ext cx="63548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-1.28%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23820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07083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0.48%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09160" y="1792224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-3.25%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35040" y="2176272"/>
            <a:ext cx="76429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45051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265879" y="2560320"/>
            <a:ext cx="76916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-1.88%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2944368"/>
            <a:ext cx="35920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3996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0.88%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328415"/>
            <a:ext cx="36007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40835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0.88%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151468" y="1792224"/>
            <a:ext cx="49545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-6.38%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46919" y="2176272"/>
            <a:ext cx="2141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14053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0.28%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336328" y="2560320"/>
            <a:ext cx="31059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-4.00%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202095" y="2944368"/>
            <a:ext cx="44482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-5.73%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-17.07%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1.7425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2026-07-28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1.8553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2026-07-27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1.9474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2026-07-27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1.2266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2026-07-24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2.1157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2026-07-27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07491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221650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21.75%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74199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84013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14.96%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89187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-7.81%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273346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22.67%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75261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03822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16.09%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-20.82%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42.33%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文件路径：reports/2026-07-28.pptx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文件路径：reports/2026-07-28.md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