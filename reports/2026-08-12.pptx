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-0.46%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-1.45%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16993" y="1792224"/>
            <a:ext cx="90616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2176272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79446" y="2560320"/>
            <a:ext cx="34371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43272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01607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78227" y="3328415"/>
            <a:ext cx="64493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46314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43905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1.33%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9581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6578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71820" y="2560320"/>
            <a:ext cx="26321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3.80%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879601" y="3328415"/>
            <a:ext cx="15543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19221" y="1792224"/>
            <a:ext cx="2769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44787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40512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3.63%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4008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32723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0.32%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14794" y="2944368"/>
            <a:ext cx="3212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-10.74%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1.7786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1.8622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2.0391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1.2647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2.0559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15194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20.83%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5913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13.01%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1336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22.51%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24911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15.85%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40.75%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文件路径：reports/2026-08-12.pptx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文件路径：reports/2026-08-12.md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