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1.24%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12638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526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116126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42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04872" y="2560320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2806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9694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8589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477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39556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632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2.92%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12744" y="2560320"/>
            <a:ext cx="42229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11612" y="2944368"/>
            <a:ext cx="112342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-2.48%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43422" y="3328415"/>
            <a:ext cx="29161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26929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193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95007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4271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4.18%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28632" y="2944368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65774" y="3328415"/>
            <a:ext cx="58114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1.7688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1.9004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2.0080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7760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69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161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689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15.64%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文件路径：reports/2026-08-28.pptx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文件路径：reports/2026-08-28.md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