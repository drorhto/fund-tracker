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6043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931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4872" y="2176272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3.05%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057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462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5942" y="3328415"/>
            <a:ext cx="472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78885" y="1792224"/>
            <a:ext cx="2561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64701" y="2176272"/>
            <a:ext cx="1703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04535" y="2560320"/>
            <a:ext cx="3305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342" y="2944368"/>
            <a:ext cx="1826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03796" y="1792224"/>
            <a:ext cx="2431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23188" y="2176272"/>
            <a:ext cx="237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69868" y="2560320"/>
            <a:ext cx="3770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03919" y="2944368"/>
            <a:ext cx="3430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-20.94%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1.9488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466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8799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5341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89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53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21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6283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831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-23.64%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