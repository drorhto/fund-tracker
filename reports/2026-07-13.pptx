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37638" y="1792224"/>
            <a:ext cx="78552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2461" y="2176272"/>
            <a:ext cx="31069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439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279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68151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039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61597" y="2176272"/>
            <a:ext cx="97344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78580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6656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2497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05736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69692" y="3328415"/>
            <a:ext cx="8653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28632" y="1792224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05824" y="2176272"/>
            <a:ext cx="8410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-7.04%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53572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2836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4.48%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6523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5787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11.10%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1.8179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2.0688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1.2798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2.3892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968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1882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4719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14.66%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25229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8739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0404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5282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14.76%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9399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