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3.22%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406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2947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35392" y="2176272"/>
            <a:ext cx="1877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6157" y="2560320"/>
            <a:ext cx="377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4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2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39946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22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8967" y="2176272"/>
            <a:ext cx="460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33002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078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3.63%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5483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55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689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6162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85406" y="2176272"/>
            <a:ext cx="3615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21193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0457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1.9457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1.2733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2.4638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777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1076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00236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14958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-11.07%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3292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21.65%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41657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668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8553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35.91%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文件路径：reports/2026-06-20.pptx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文件路径：reports/2026-06-20.md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