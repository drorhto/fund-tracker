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2026-06-28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0.51%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1.05%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01808" y="1792224"/>
            <a:ext cx="821351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79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-2.75%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72105" y="2176272"/>
            <a:ext cx="25105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79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-0.84%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23160" y="2560320"/>
            <a:ext cx="199887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68767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0.67%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23160" y="2944368"/>
            <a:ext cx="304262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73142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1.02%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23160" y="3328415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9475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4.43%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811137" y="1792224"/>
            <a:ext cx="22390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-1.27%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21333" y="2176272"/>
            <a:ext cx="713706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-4.04%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12652" y="2560320"/>
            <a:ext cx="22387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076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-0.13%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35040" y="2944368"/>
            <a:ext cx="249755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30515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1.41%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035040" y="3328415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06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7.50%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610739" y="1792224"/>
            <a:ext cx="361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-0.43%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891443" y="2176272"/>
            <a:ext cx="755476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264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-9.05%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545467" y="2560320"/>
            <a:ext cx="10145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9264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-1.21%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646919" y="2944368"/>
            <a:ext cx="18288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710928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0.05%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646919" y="3328415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101851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15.88%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1.8386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2026-06-26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1.8671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2026-06-25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2.0492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2026-06-25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1.2913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2026-06-24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2.6487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2026-06-25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1174349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-6.41%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120424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18.06%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-12.98%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994342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16.02%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1612614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-8.81%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362089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21.95%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1181362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-6.45%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861136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13.88%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1692357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-9.24%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38.31%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高风险关注：富国红利精选QDII、易方达全球优质企业QDII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文件路径：reports/2026-06-28.pptx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文件路径：reports/2026-06-28.md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