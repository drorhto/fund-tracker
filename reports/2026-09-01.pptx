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5526" y="1792224"/>
            <a:ext cx="3676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081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699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7206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094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3863" y="2944368"/>
            <a:ext cx="3692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2561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2504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87391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54677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88870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946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11791" y="2944368"/>
            <a:ext cx="12324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5871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6792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61432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0696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9794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7212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3.46%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15967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231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3.03%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26524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5788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1.9143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2.0248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1.2531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2026-08-31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2599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389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76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22.22%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713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文件路径：reports/2026-09-01.pptx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文件路径：reports/2026-09-01.md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