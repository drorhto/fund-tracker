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2026-09-01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1.88%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42903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7918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176272"/>
            <a:ext cx="424515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3395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0.32%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7465" y="2560320"/>
            <a:ext cx="86569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-0.65%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2944368"/>
            <a:ext cx="86020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9082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0.65%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32237" y="3328415"/>
            <a:ext cx="99092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1792224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1.37%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35040" y="2176272"/>
            <a:ext cx="128722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7982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1.33%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2560320"/>
            <a:ext cx="34678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7543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0.36%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0" y="2944368"/>
            <a:ext cx="20137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2132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0.21%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0738" y="3328415"/>
            <a:ext cx="75430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-0.78%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46919" y="1792224"/>
            <a:ext cx="329112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21752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0.95%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46919" y="2176272"/>
            <a:ext cx="940036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32676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2.72%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1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3.84%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46919" y="2944368"/>
            <a:ext cx="720277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12917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580397" y="3328415"/>
            <a:ext cx="6652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1.7672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1.9113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2.0237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1.2566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2.0186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2026-08-28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90244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214878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46249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-15.26%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76947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13.00%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100426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32560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22.39%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63185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-6.59%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28300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15.68%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-24.80%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40.16%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高风险关注：富国红利精选QDII、纳斯达克100指数QDII、易方达全球优质企业QDII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文件路径：reports/2026-09-01.pptx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文件路径：reports/2026-09-01.md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2026-08-28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