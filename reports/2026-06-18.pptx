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5987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763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5287" y="2176272"/>
            <a:ext cx="6078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5358" y="2560320"/>
            <a:ext cx="11378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63480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368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6467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753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74136" y="2176272"/>
            <a:ext cx="26090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4835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426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5515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234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3.11%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7.48%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030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9564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75134" y="2176272"/>
            <a:ext cx="4717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-4.12%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382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3088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05722" y="2944368"/>
            <a:ext cx="411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11.59%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1.8582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1.9551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2.3829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456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592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5843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97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21.59%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507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35.65%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