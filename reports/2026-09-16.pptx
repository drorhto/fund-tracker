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-3.82%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83744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0632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46780" y="2560320"/>
            <a:ext cx="67637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2044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93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35580" y="3328415"/>
            <a:ext cx="58757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05078" y="1792224"/>
            <a:ext cx="92996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79809" y="2176272"/>
            <a:ext cx="125523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-2.46%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14174" y="2560320"/>
            <a:ext cx="92086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32537" y="2944368"/>
            <a:ext cx="8025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01627" y="1792224"/>
            <a:ext cx="74529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-4.69%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6141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5405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49771" y="2560320"/>
            <a:ext cx="59714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-3.76%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19259" y="2944368"/>
            <a:ext cx="42766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-8.35%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1.7164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1.8693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1.9891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1.2252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1.9731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768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6563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220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79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12.78%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764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040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20.99%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1436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6446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-25.51%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38.07%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文件路径：reports/2026-09-16.pptx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文件路径：reports/2026-09-16.md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