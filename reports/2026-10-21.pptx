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2026-10-21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-0.46%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-5.74%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70509" y="1792224"/>
            <a:ext cx="115265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04243" y="2176272"/>
            <a:ext cx="111891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00047" y="2560320"/>
            <a:ext cx="22311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3695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583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50968" y="3328415"/>
            <a:ext cx="67219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99520" y="1792224"/>
            <a:ext cx="83551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-2.31%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40341" y="2176272"/>
            <a:ext cx="79469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-2.19%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44057" y="2560320"/>
            <a:ext cx="129098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-3.56%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84205" y="2944368"/>
            <a:ext cx="75083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-2.07%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-3.66%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49745" y="1792224"/>
            <a:ext cx="99717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-7.62%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973499" y="2176272"/>
            <a:ext cx="67342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-5.14%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10928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80727" y="2944368"/>
            <a:ext cx="76619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-5.85%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-10.13%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1.5850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1.7977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2.0171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1.1629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1.8251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28300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-16.78%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2811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19.55%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79984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2651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12.16%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78931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-10.32%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8051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20.32%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82956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-10.85%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104348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-31.09%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34.99%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高风险关注：华夏沪深300ETF联接、富国红利精选QDII、纳斯达克100指数QDII、兴全安泰积极养老五年FOF、易方达全球优质企业QDII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文件路径：reports/2026-10-21.pptx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文件路径：reports/2026-10-21.md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