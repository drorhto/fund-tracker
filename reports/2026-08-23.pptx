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2026-08-23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-0.38%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-1.48%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36379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267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0.59%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33542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4303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0.54%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79837" y="2560320"/>
            <a:ext cx="54332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2944368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-2.14%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04872" y="3328415"/>
            <a:ext cx="182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81544" y="1792224"/>
            <a:ext cx="35349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18341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4177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79325" y="2560320"/>
            <a:ext cx="125571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-3.07%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514843" y="2944368"/>
            <a:ext cx="52019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-1.27%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-3.25%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33301" y="1792224"/>
            <a:ext cx="41361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-1.86%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8182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74464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0.37%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28632" y="2560320"/>
            <a:ext cx="182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-0.07%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2499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7636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0.11%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-5.96%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1.7638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1.8564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2.0112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1.2479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2.0206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024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0636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20.46%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624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5100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12.74%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042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2893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22.54%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24601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15.68%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40.32%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文件路径：reports/2026-08-23.pptx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文件路径：reports/2026-08-23.md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