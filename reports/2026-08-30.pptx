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0.57%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2.83%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4263" y="1792224"/>
            <a:ext cx="40889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25024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9125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39037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9257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27299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1871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69268" y="1792224"/>
            <a:ext cx="6577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2.63%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6470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7784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242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0501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32949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0255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25143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4407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41005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0269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1851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7.72%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36837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61012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7724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6988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1.7615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1.9052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2.0370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1.2485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2.0338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705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698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520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22.38%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683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40.14%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文件路径：reports/2026-08-30.pptx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文件路径：reports/2026-08-30.md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