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2026-08-15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0.03%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-1.45%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2795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96831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24191" y="2176272"/>
            <a:ext cx="119896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5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48373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52613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66546" y="3328415"/>
            <a:ext cx="45661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99220" y="1792224"/>
            <a:ext cx="33581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21323" y="2176272"/>
            <a:ext cx="31371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2.21%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75569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36453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62500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05765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03028" y="1792224"/>
            <a:ext cx="4389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18673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79374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1.38%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19882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9146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1.47%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092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-9.82%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1.7792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1.8481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2.0750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1.2640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2.0884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024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10001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20.74%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624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6128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13.05%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042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1614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22.56%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14014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15.67%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40.75%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文件路径：reports/2026-08-15.pptx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文件路径：reports/2026-08-15.md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