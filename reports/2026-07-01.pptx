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6923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123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643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318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5158" y="2944368"/>
            <a:ext cx="11580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3730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188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6215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32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52323" y="2560320"/>
            <a:ext cx="6827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74634" y="2944368"/>
            <a:ext cx="2604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74141" y="3328415"/>
            <a:ext cx="12608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281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082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21888" y="2176272"/>
            <a:ext cx="8250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52421" y="2560320"/>
            <a:ext cx="944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10339" y="2944368"/>
            <a:ext cx="36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1.8807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2.0692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2.5655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071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0934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6406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52038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5289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22.03%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11379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7240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95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38.71%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