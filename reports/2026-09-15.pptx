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2026-09-15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-0.99%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-3.05%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76208" y="1792224"/>
            <a:ext cx="34695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-0.62%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49969" y="2176272"/>
            <a:ext cx="17319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-0.31%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70664" y="2560320"/>
            <a:ext cx="45249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-0.81%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963762" y="2944368"/>
            <a:ext cx="45939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-0.83%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728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-2.38%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09160" y="1792224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-2.19%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10660" y="2176272"/>
            <a:ext cx="62437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-1.03%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196687" y="2560320"/>
            <a:ext cx="83835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-1.39%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298310" y="2944368"/>
            <a:ext cx="73672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-1.22%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12519" y="3328415"/>
            <a:ext cx="132252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-2.19%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397104" y="1792224"/>
            <a:ext cx="124981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-5.63%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46919" y="2176272"/>
            <a:ext cx="54544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238081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2.46%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879489" y="2560320"/>
            <a:ext cx="76743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-3.46%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055899" y="2944368"/>
            <a:ext cx="59102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-2.66%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2104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-5.97%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1.7050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2026-09-15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1.8893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2026-09-14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1.9999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2026-09-14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1.2250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2026-09-11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1.9824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2026-09-14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99044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264344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20.31%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44185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9012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12.69%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99009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0790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21.01%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2294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69092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15.57%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-25.16%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38.20%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高风险关注：华夏沪深300ETF联接、富国红利精选QDII、纳斯达克100指数QDII、易方达全球优质企业QDII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文件路径：reports/2026-09-15.pptx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文件路径：reports/2026-09-15.md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