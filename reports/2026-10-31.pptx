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2026-10-31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-0.57%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-8.18%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1237" y="1792224"/>
            <a:ext cx="125192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90629" y="2176272"/>
            <a:ext cx="3253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2560320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7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-1.39%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85598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4864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78396" y="3328415"/>
            <a:ext cx="94476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709160" y="1792224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-2.72%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8626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7026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62352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0428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587616" y="2944368"/>
            <a:ext cx="447423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-0.92%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85193" y="3328415"/>
            <a:ext cx="84984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63372" y="1792224"/>
            <a:ext cx="118354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-10.99%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80637" y="2176272"/>
            <a:ext cx="56628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-5.26%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55892" y="2560320"/>
            <a:ext cx="49102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-4.56%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11788" y="2944368"/>
            <a:ext cx="83513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-7.76%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-12.32%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1.5407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1.7579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2.0067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1.1463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1.7785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2026-10-29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38261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-19.11%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48740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19.56%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7099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-9.81%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92122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12.11%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72667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-10.04%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47507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19.40%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91914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-12.70%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113453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14.92%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-32.85%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31.26%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高风险关注：华夏沪深300ETF联接、纳斯达克100指数QDII、兴全安泰积极养老五年FOF、易方达全球优质企业QDII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文件路径：reports/2026-10-31.pptx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文件路径：reports/2026-10-31.md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2026-10-29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