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-1.77%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9609" y="1792224"/>
            <a:ext cx="100355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7962" y="2176272"/>
            <a:ext cx="126519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2051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89391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16863" y="3328415"/>
            <a:ext cx="70629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29019" y="1792224"/>
            <a:ext cx="70602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18864" y="2176272"/>
            <a:ext cx="31617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916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38742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818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66315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43917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96375" y="1792224"/>
            <a:ext cx="95054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-2.93%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68216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7480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9196" y="2560320"/>
            <a:ext cx="86772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37879" y="2944368"/>
            <a:ext cx="40904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-4.09%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1.7266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1.9054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1.9981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1.2432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2.0103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89562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6566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20.46%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5144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8383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12.67%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9667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1506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21.26%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2708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6058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15.53%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-24.99%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38.43%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文件路径：reports/2026-09-11.pptx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文件路径：reports/2026-09-11.md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