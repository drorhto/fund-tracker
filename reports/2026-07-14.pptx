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-1.65%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1.57%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37638" y="1792224"/>
            <a:ext cx="78552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3907" y="2176272"/>
            <a:ext cx="54925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84890" y="2560320"/>
            <a:ext cx="83826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82670" y="2944368"/>
            <a:ext cx="44048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12971" y="1792224"/>
            <a:ext cx="112206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0916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-3.14%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91092" y="2560320"/>
            <a:ext cx="64394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512504" y="2944368"/>
            <a:ext cx="52253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02711" y="3328415"/>
            <a:ext cx="73232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28632" y="1792224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93902" y="2176272"/>
            <a:ext cx="95301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-7.98%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31672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0936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2.65%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25791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5055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11.10%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1.7826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1.7970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2.0325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1.2680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2.3892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02050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1882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19.36%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2145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14.22%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28202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-8.05%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1028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22.68%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00515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-6.31%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5769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14.84%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63183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41.15%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文件路径：reports/2026-07-14.pptx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文件路径：reports/2026-07-14.md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