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274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628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6455" y="2176272"/>
            <a:ext cx="3167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688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776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142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31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81178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254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3206" y="2944368"/>
            <a:ext cx="1021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10263" y="3328415"/>
            <a:ext cx="6247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30857" y="1792224"/>
            <a:ext cx="516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385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3114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07757" y="2560320"/>
            <a:ext cx="1391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72231" y="3328415"/>
            <a:ext cx="4746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771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3233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63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749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436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7843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37.47%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