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-4.03%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71515" y="1792224"/>
            <a:ext cx="6516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54181" y="2176272"/>
            <a:ext cx="26897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14201" y="2560320"/>
            <a:ext cx="60895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716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56270" y="1792224"/>
            <a:ext cx="47876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-3.24%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77639" y="2176272"/>
            <a:ext cx="15740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49163" y="2560320"/>
            <a:ext cx="38587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1872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948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-8.98%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00483" y="1792224"/>
            <a:ext cx="54643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-7.41%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37973" y="2560320"/>
            <a:ext cx="5089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16103" y="2944368"/>
            <a:ext cx="1308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549307" y="3328415"/>
            <a:ext cx="109761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-6.13%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1.7850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1.8103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2.0129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1.2634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2.2368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7927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2671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28140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1727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17220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7921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22.39%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8638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-5.65%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4868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41.61%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文件路径：reports/2026-07-17.pptx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文件路径：reports/2026-07-17.md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