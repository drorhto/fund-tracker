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2026-06-25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-1.82%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1.67%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10034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9226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32270" y="2176272"/>
            <a:ext cx="29088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82236" y="2560320"/>
            <a:ext cx="64092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21453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8341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-6.20%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31118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1945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54070" y="2176272"/>
            <a:ext cx="108096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-4.09%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63605" y="2560320"/>
            <a:ext cx="87143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-3.30%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109449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7525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4.15%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5.02%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19" y="1792224"/>
            <a:ext cx="7025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62897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0.66%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867716" y="2176272"/>
            <a:ext cx="77920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-7.31%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28632" y="2560320"/>
            <a:ext cx="182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-0.17%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28993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825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2.72%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1851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12.44%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1.8629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1.8928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2.0392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1.2989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2.4783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29368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08121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17.31%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-11.79%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100661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16.12%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84200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-9.13%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91083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22.27%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30141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54340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13.68%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86433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38.07%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文件路径：reports/2026-06-25.pptx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文件路径：reports/2026-06-25.md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