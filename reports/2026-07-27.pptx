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2026-07-27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-6.44%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02054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942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05035" y="2176272"/>
            <a:ext cx="91812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2391" y="2560320"/>
            <a:ext cx="87076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5793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26817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72320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0396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4.21%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37444" y="2560320"/>
            <a:ext cx="49759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01130" y="2944368"/>
            <a:ext cx="23390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94225" y="3328415"/>
            <a:ext cx="54081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77049" y="1792224"/>
            <a:ext cx="16987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99819" y="2176272"/>
            <a:ext cx="4710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50930" y="2560320"/>
            <a:ext cx="29598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-4.58%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402548" y="2944368"/>
            <a:ext cx="24437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-3.78%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-20.50%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1.7903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1.8535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1.9554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1.2425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2.1056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7491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9046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74199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381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14.98%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84863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-7.43%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6734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22.66%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5261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9190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15.94%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-20.82%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42.50%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文件路径：reports/2026-07-27.pptx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文件路径：reports/2026-07-27.md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