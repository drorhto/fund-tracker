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04872" y="1792224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35319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2075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9664" y="2560320"/>
            <a:ext cx="7349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22561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449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81081" y="1792224"/>
            <a:ext cx="45395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5956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032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142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498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02940" y="2944368"/>
            <a:ext cx="53209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-4.69%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33313" y="1792224"/>
            <a:ext cx="11360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61777" y="2560320"/>
            <a:ext cx="48514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987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2515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65305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45697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4.64%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1.8313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1.8541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2.0367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1.2766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2.4314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894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08854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18.56%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9055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15.19%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40558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-8.27%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9740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22.12%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09599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5182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14.53%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57006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40.54%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文件路径：reports/2026-07-06.pptx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文件路径：reports/2026-07-06.md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