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-0.44%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51423" y="1792224"/>
            <a:ext cx="27173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12253" y="2176272"/>
            <a:ext cx="610906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75603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4916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0856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77441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23748" y="1792224"/>
            <a:ext cx="11112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-3.40%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26693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47695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38104" y="2560320"/>
            <a:ext cx="39693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-1.21%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178928" y="2944368"/>
            <a:ext cx="85611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-4.05%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19548" y="1792224"/>
            <a:ext cx="72737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-2.83%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33045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2309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1.28%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82992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225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3.22%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33150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2414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-5.15%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1.7397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1.8773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2.0102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1.2424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2.0067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312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381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749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33044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40.12%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文件路径：reports/2026-08-26.pptx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文件路径：reports/2026-08-26.md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