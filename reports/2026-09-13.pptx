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609" y="1792224"/>
            <a:ext cx="10035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7962" y="2176272"/>
            <a:ext cx="12651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05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93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6863" y="3328415"/>
            <a:ext cx="7062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29019" y="1792224"/>
            <a:ext cx="7060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8864" y="2176272"/>
            <a:ext cx="3161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387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818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631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3917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96375" y="1792224"/>
            <a:ext cx="950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68216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480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9196" y="2560320"/>
            <a:ext cx="8677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7879" y="2944368"/>
            <a:ext cx="4090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1.9981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2.0103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6566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383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50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058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38.43%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