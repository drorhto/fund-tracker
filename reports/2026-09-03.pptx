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72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10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68906" y="2176272"/>
            <a:ext cx="3542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27833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721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36676" y="2944368"/>
            <a:ext cx="4864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1032" y="3328415"/>
            <a:ext cx="4721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4648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24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16805" y="2560320"/>
            <a:ext cx="2182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730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385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44383" y="3328415"/>
            <a:ext cx="89065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59708" y="1792224"/>
            <a:ext cx="6872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774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7011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01032" y="2560320"/>
            <a:ext cx="8458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8811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7375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-3.79%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1.9868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076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237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894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390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