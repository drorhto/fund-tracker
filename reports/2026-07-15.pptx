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2026-07-15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0.89%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0.05%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5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72502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9390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65390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22787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59509" y="2944368"/>
            <a:ext cx="106365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-1.62%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25638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25264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13548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6242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6641" y="2176272"/>
            <a:ext cx="36839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52432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5085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09160" y="2944368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-2.75%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126882" y="3328415"/>
            <a:ext cx="90815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19" y="1792224"/>
            <a:ext cx="15065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43295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2104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-7.86%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10928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3906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31704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06406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75670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6.31%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1.8187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1.8169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2.0528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1.2474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2.3475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02050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30124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19.56%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-14.92%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2739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14.32%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28202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-8.05%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29206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22.36%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90018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-5.65%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55000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14.80%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07753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-13.04%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41.14%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文件路径：reports/2026-07-15.pptx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文件路径：reports/2026-07-15.md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