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-3.43%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94554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442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54121" y="2176272"/>
            <a:ext cx="4690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76287" y="2560320"/>
            <a:ext cx="34687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5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9935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68236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70177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2531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87270" y="2176272"/>
            <a:ext cx="4776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4.18%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44871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947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69685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77613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40955" y="1792224"/>
            <a:ext cx="30596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-3.01%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9765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90291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17503" y="2560320"/>
            <a:ext cx="294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471102" y="2944368"/>
            <a:ext cx="17581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-13.06%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1.7892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1.8578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2.0302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1.2483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2.0669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786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21.01%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6725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13.24%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3657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23.06%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2137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15.89%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41.01%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文件路径：reports/2026-08-08.pptx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文件路径：reports/2026-08-08.md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