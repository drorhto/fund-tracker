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0.03%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-4.72%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36705" y="1792224"/>
            <a:ext cx="108645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7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-0.87%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81985" y="2176272"/>
            <a:ext cx="84117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560320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5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1.06%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944368"/>
            <a:ext cx="2149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90373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0.02%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23160" y="3328415"/>
            <a:ext cx="75322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22103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0.60%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66923" y="1792224"/>
            <a:ext cx="126811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-2.31%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09160" y="2176272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-2.41%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91777" y="2560320"/>
            <a:ext cx="34326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-0.62%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68557" y="2944368"/>
            <a:ext cx="96648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34902" y="3328415"/>
            <a:ext cx="100013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-1.82%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321040" y="1792224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-7.62%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91602" y="2176272"/>
            <a:ext cx="95531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-5.49%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46919" y="2560320"/>
            <a:ext cx="33593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2857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67442" y="2944368"/>
            <a:ext cx="87947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-5.05%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62452" y="3328415"/>
            <a:ext cx="128446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-7.38%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1.5850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1.7856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2.0385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1.1631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1.8361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28300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-16.78%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34167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19.55%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79259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-10.37%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837488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78931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-10.32%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39474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20.32%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829563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-10.85%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1032988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15.05%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-31.09%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34.64%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高风险关注：华夏沪深300ETF联接、富国红利精选QDII、纳斯达克100指数QDII、兴全安泰积极养老五年FOF、易方达全球优质企业QDII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文件路径：reports/2026-10-22.pptx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文件路径：reports/2026-10-22.md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