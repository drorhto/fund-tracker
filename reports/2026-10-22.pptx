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-4.93%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6920" y="2176272"/>
            <a:ext cx="51623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81370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258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46226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31142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13895" y="2176272"/>
            <a:ext cx="11211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4782" y="2560320"/>
            <a:ext cx="2902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17797" y="2944368"/>
            <a:ext cx="81724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89338" y="3328415"/>
            <a:ext cx="8457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-8.65%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05119" y="2176272"/>
            <a:ext cx="8418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29601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88652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71948" y="2944368"/>
            <a:ext cx="77497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-5.05%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515082" y="3328415"/>
            <a:ext cx="113183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-7.38%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1.5576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1.7856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2.0385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1.1631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1.8361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930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-18.22%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5102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79259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3748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893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9474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82956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3298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15.05%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-31.09%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34.64%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高风险关注：华夏沪深300ETF联接、富国红利精选QDII、纳斯达克100指数QDII、兴全安泰积极养老五年FOF、易方达全球优质企业QDII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文件路径：reports/2026-10-22.pptx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文件路径：reports/2026-10-22.md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