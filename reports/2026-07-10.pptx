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1150" y="1792224"/>
            <a:ext cx="69200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02607" y="2176272"/>
            <a:ext cx="22055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59602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490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1.51%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59509" y="2944368"/>
            <a:ext cx="26365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3.37%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59651" y="1792224"/>
            <a:ext cx="4753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49689" y="2176272"/>
            <a:ext cx="38535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63054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1130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916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62620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06963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13373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263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94437" y="2176272"/>
            <a:ext cx="95248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-7.79%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30388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96525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2725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6519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10.84%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1.8298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2.0669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2.4574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1443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2589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19.32%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-14.72%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5619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14.69%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29947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-8.05%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9873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22.29%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04187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4905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14.57%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65403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40.80%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文件路径：reports/2026-07-10.pptx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文件路径：reports/2026-07-10.md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