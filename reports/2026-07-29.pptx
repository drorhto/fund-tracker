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2026-07-29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-7.46%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2614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030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03471" y="2176272"/>
            <a:ext cx="2196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3809" y="2560320"/>
            <a:ext cx="3693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56033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921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67129" y="1792224"/>
            <a:ext cx="46791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543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3514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2788" y="2560320"/>
            <a:ext cx="9622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261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691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-6.23%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05885" y="1792224"/>
            <a:ext cx="4410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93123" y="2176272"/>
            <a:ext cx="5379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04965" y="2560320"/>
            <a:ext cx="4419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70373" y="2944368"/>
            <a:ext cx="1765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-20.27%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1.7539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1.8451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1.9294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1.2438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2.0455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8278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362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59269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322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0439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-8.66%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6667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8810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0860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16.19%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-22.77%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42.36%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文件路径：reports/2026-07-29.pptx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文件路径：reports/2026-07-29.md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