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-1.07%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-3.24%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04044" y="1792224"/>
            <a:ext cx="21911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84764" y="2176272"/>
            <a:ext cx="63839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7781" y="2560320"/>
            <a:ext cx="80537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63294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1827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34450" y="1792224"/>
            <a:ext cx="60058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41182" y="2176272"/>
            <a:ext cx="79385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-4.46%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43238" y="2560320"/>
            <a:ext cx="109180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-6.13%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16721" y="2944368"/>
            <a:ext cx="31831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-7.45%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35554" y="1792224"/>
            <a:ext cx="111136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-4.98%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-5.94%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67633" y="2560320"/>
            <a:ext cx="37928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38601" y="2944368"/>
            <a:ext cx="70831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-3.17%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553823" y="3328415"/>
            <a:ext cx="9309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1.7839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1.9556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1.9800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1.2520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2.1505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8488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3331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16.31%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83222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-8.86%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24467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17.92%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0786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3637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4682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13.63%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91143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34.22%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文件路径：reports/2026-06-12.pptx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文件路径：reports/2026-06-12.md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