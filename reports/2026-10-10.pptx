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466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51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1248" y="2176272"/>
            <a:ext cx="10119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8239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287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224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137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56211" y="1792224"/>
            <a:ext cx="6788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9611" y="2176272"/>
            <a:ext cx="4554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8951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02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70708" y="2944368"/>
            <a:ext cx="6643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56348" y="1792224"/>
            <a:ext cx="11905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-4.62%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63638" y="2176272"/>
            <a:ext cx="11832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77968" y="2944368"/>
            <a:ext cx="8689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67304" y="3328415"/>
            <a:ext cx="8796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2.1037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1.9258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70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84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14475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970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125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2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1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97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-27.29%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文件路径：reports/2026-10-10.pptx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