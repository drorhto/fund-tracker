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2026-10-10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-0.26%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-2.17%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23160" y="1792224"/>
            <a:ext cx="146633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15513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0.17%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11248" y="2176272"/>
            <a:ext cx="101191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-1.17%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23160" y="2560320"/>
            <a:ext cx="823993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2873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0.95%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23160" y="2944368"/>
            <a:ext cx="222495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91375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0.26%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3328415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79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-1.53%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56211" y="1792224"/>
            <a:ext cx="678828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-2.59%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79611" y="2176272"/>
            <a:ext cx="455428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-1.74%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35040" y="2560320"/>
            <a:ext cx="18951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7027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0.72%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70708" y="2944368"/>
            <a:ext cx="66433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-2.53%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709160" y="3328415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-5.06%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456348" y="1792224"/>
            <a:ext cx="119057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-4.62%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463638" y="2176272"/>
            <a:ext cx="118328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-4.59%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646919" y="2560320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01851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5.15%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777968" y="2944368"/>
            <a:ext cx="86895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9264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-3.37%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767304" y="3328415"/>
            <a:ext cx="879615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9264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-3.42%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1.6588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1.8211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2026-10-08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2.1037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2026-10-08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1.2114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2026-09-30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1.9258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2026-10-08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113700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-13.05%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30840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20.24%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114475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-13.14%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799707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12.37%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912576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372708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21.24%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631197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-7.25%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989756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15.31%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-27.29%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36.78%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高风险关注：华夏沪深300ETF联接、富国红利精选QDII、纳斯达克100指数QDII、易方达全球优质企业QDII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文件路径：reports/2026-10-10.pptx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文件路径：reports/2026-10-10.md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2026-09-30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