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2026-07-21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0.05%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-7.78%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5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2.91%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109189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0774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77269" y="2560320"/>
            <a:ext cx="4589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15759" y="2944368"/>
            <a:ext cx="130740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-2.87%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61354" y="3328415"/>
            <a:ext cx="96180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-2.11%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90832" y="1792224"/>
            <a:ext cx="14420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-0.97%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19954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80306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1.35%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87292" y="2560320"/>
            <a:ext cx="34774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-2.35%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26211" y="2944368"/>
            <a:ext cx="60882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-4.11%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-8.95%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42305" y="1792224"/>
            <a:ext cx="40461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-5.44%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274819" y="2176272"/>
            <a:ext cx="37210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-5.00%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34515" y="2560320"/>
            <a:ext cx="41240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-5.54%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267795" y="2944368"/>
            <a:ext cx="37912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-5.10%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-17.82%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1.8010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1.8212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1.9848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1.2159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2.0972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07491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88674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21.06%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80338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-15.79%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4545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14.98%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80890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-7.08%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263233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22.38%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75261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882295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15.63%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-20.82%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42.11%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文件路径：reports/2026-07-21.pptx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文件路径：reports/2026-07-21.md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