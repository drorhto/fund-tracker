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981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869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9014" y="2176272"/>
            <a:ext cx="29414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9517" y="2560320"/>
            <a:ext cx="2236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46234" y="2944368"/>
            <a:ext cx="57692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2634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28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3661" y="1792224"/>
            <a:ext cx="6313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0735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42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0143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951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969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04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71927" y="1792224"/>
            <a:ext cx="7499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2964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2228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7189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6453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57407" y="2944368"/>
            <a:ext cx="895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2.1083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955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10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60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375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