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7393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827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102646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534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74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304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40690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578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6672" y="3328415"/>
            <a:ext cx="464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66237" y="1792224"/>
            <a:ext cx="11688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90753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829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25375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451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6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46099" y="3328415"/>
            <a:ext cx="12889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43334" y="1792224"/>
            <a:ext cx="8035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1851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3.70%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11598" y="2560320"/>
            <a:ext cx="3532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65966" y="2944368"/>
            <a:ext cx="18095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13540" y="3328415"/>
            <a:ext cx="12333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1.7491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1.9265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2.0282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1.9958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3127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800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387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4131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39.73%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