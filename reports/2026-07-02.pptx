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2.60%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50116" y="1792224"/>
            <a:ext cx="1730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581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703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66359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3247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1.49%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3871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599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1327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4036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61100" y="2176272"/>
            <a:ext cx="27393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5992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997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88049" y="2944368"/>
            <a:ext cx="1469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6.60%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0967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02313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73186" y="2176272"/>
            <a:ext cx="5737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85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2119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93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194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17.09%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1.8734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2.1000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1.2894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2.6418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1071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0385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18.07%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-13.77%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588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4452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-8.37%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488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22.09%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11379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6244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595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38.93%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文件路径：reports/2026-07-02.pptx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文件路径：reports/2026-07-02.md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