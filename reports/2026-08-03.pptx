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-0.03%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-6.14%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1273" y="1792224"/>
            <a:ext cx="121188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42756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644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646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3357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93287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75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11924" y="3328415"/>
            <a:ext cx="9112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989" y="1792224"/>
            <a:ext cx="8970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034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417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2502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5781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19216" y="2944368"/>
            <a:ext cx="2158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-0.75%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-4.61%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7236" y="1792224"/>
            <a:ext cx="40968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-5.30%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8886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8150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7306" y="2560320"/>
            <a:ext cx="30961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27873" y="2944368"/>
            <a:ext cx="4190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-5.42%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-17.14%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1.8666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1.9571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1.2309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2026-07-29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2.0086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2612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953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50087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116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3062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0608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22.98%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4844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522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16.28%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-24.17%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41.83%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