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2026-09-25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-0.48%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1792224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-1.62%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26319" y="2176272"/>
            <a:ext cx="9684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-0.12%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79326" y="2560320"/>
            <a:ext cx="54383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-0.67%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182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87168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182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87168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37038" y="1792224"/>
            <a:ext cx="9800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96295" y="2176272"/>
            <a:ext cx="33874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-1.29%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06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5.07%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49348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74243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1.89%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53862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19383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658383" y="1792224"/>
            <a:ext cx="98853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-2.91%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094726" y="2176272"/>
            <a:ext cx="55219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-1.62%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01851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3.90%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182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10928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0.04%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36762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060264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1.08%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1.7029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1.8533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2.0886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1.2429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2.0284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2026-09-23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8708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-10.59%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9354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20.22%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24501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-13.36%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9402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12.41%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97646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6537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21.35%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1236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83202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15.37%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-25.51%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37.17%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高风险关注：华夏沪深300ETF联接、富国红利精选QDII、纳斯达克100指数QDII、易方达全球优质企业QDII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文件路径：reports/2026-09-25.pptx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文件路径：reports/2026-09-25.md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