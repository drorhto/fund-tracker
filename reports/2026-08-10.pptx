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2026-08-10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0.85%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-3.43%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61276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81645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29796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6845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73383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2712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68412" y="2944368"/>
            <a:ext cx="5474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5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59834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9104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2.21%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16752" y="2176272"/>
            <a:ext cx="182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131236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93128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4.85%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68980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705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2.55%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4.90%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366672" y="1792224"/>
            <a:ext cx="28024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-3.01%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18345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7609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1.97%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579887" y="2560320"/>
            <a:ext cx="6703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-0.72%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540065" y="2944368"/>
            <a:ext cx="10685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-1.15%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-14.26%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1.7892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1.8659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2.0520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1.2473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2.1070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024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1590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21.01%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624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6597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13.23%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0426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3314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23.03%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318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17049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15.85%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41.08%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文件路径：reports/2026-08-10.pptx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文件路径：reports/2026-08-10.md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