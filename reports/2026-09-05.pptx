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-0.56%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07925" y="1792224"/>
            <a:ext cx="11523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52692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580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28975" y="2944368"/>
            <a:ext cx="109418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61217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810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28027" y="1792224"/>
            <a:ext cx="90701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24664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407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48193" y="2560320"/>
            <a:ext cx="38684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38619" y="2944368"/>
            <a:ext cx="59642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60600" y="1792224"/>
            <a:ext cx="78631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-1.91%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100510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97745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2.44%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28829" y="2560320"/>
            <a:ext cx="21809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8017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7281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-3.22%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1.7394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1.9117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2.0261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1.2382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1.9965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89562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3043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20.63%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5144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7392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12.98%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9667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2239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22.17%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2708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3786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15.73%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-24.99%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39.86%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文件路径：reports/2026-09-05.pptx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文件路径：reports/2026-09-05.md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