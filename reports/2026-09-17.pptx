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701" y="1792224"/>
            <a:ext cx="54845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58871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7592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171" y="2560320"/>
            <a:ext cx="799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49607" y="2944368"/>
            <a:ext cx="5735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96764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36528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5899" y="1792224"/>
            <a:ext cx="9691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94330" y="2560320"/>
            <a:ext cx="8407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3949" y="2944368"/>
            <a:ext cx="10110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19969" y="3328415"/>
            <a:ext cx="91507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97055" y="1792224"/>
            <a:ext cx="64986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3103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0295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31057" y="2560320"/>
            <a:ext cx="6158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-2.31%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78610" y="2944368"/>
            <a:ext cx="11683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-4.97%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1.7093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1.8776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1.9879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1.2199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1.9875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768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7458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220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0376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575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20.92%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436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7945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15.46%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37.52%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文件路径：reports/2026-09-17.pptx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文件路径：reports/2026-09-17.md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