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-0.11%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-2.63%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26989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38773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76272"/>
            <a:ext cx="2555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94433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6775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3663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2944368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437016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05896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0.47%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0459" y="1792224"/>
            <a:ext cx="13245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-3.86%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98729" y="2176272"/>
            <a:ext cx="63631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-1.85%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34655" y="2560320"/>
            <a:ext cx="10038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-0.29%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67977" y="2944368"/>
            <a:ext cx="76706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-2.24%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0916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-3.86%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32104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-5.29%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67497" y="2176272"/>
            <a:ext cx="97942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-3.91%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68602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78668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2.74%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659762" y="2944368"/>
            <a:ext cx="98715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-3.94%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57917" y="3328415"/>
            <a:ext cx="68900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-2.75%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1.6737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2.0791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1.2071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1.9631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13080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-12.48%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0717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21078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-13.36%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9741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94962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8249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5681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94506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15.37%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-26.23%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36.75%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文件路径：reports/2026-10-03.pptx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文件路径：reports/2026-10-03.md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