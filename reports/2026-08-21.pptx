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2026-08-21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530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190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3354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430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9837" y="2560320"/>
            <a:ext cx="5433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04872" y="3328415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54166" y="1792224"/>
            <a:ext cx="58087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8341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417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79325" y="2560320"/>
            <a:ext cx="125571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14843" y="2944368"/>
            <a:ext cx="5201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-3.25%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52973" y="1792224"/>
            <a:ext cx="4939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818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7446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28632" y="2560320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499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7636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-5.96%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1.7535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1.8564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1.2479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2.0206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014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510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12.74%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893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460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40.32%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文件路径：reports/2026-08-21.pptx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文件路径：reports/2026-08-21.md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