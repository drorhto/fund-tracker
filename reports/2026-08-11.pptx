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-0.03%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-2.75%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10902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7904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63099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987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82110" y="2560320"/>
            <a:ext cx="24104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72051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9395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116574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46504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3.32%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46745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8212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94109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21858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2.68%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98094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61707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2.79%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3.77%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36290" y="1792224"/>
            <a:ext cx="11062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35089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4353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3.57%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33372" y="2560320"/>
            <a:ext cx="11354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496394" y="2944368"/>
            <a:ext cx="15052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-13.49%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1.7920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1.8828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2.0449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1.2602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2.0669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0908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6073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13.18%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9944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22.51%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1954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15.93%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41.19%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文件路径：reports/2026-08-11.pptx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文件路径：reports/2026-08-11.md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