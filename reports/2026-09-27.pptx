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26319" y="2176272"/>
            <a:ext cx="9684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9326" y="2560320"/>
            <a:ext cx="5438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16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37038" y="1792224"/>
            <a:ext cx="9800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96295" y="2176272"/>
            <a:ext cx="3387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5.07%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4934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24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5386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9383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58383" y="1792224"/>
            <a:ext cx="98853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94726" y="2176272"/>
            <a:ext cx="55219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3.90%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3676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6026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1.7029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2.0886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1.2429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2.0284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870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9354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450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40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12.41%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6537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236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8320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37.17%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文件路径：reports/2026-09-27.pptx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文件路径：reports/2026-09-27.md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