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2026-06-19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0.44%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3.22%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23160" y="1792224"/>
            <a:ext cx="84067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52947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0.22%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35392" y="2176272"/>
            <a:ext cx="18776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-0.48%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46157" y="2560320"/>
            <a:ext cx="37700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7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-0.97%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23160" y="2944368"/>
            <a:ext cx="18411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87291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0.05%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23160" y="3328415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9475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3.40%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35040" y="1792224"/>
            <a:ext cx="399461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80221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4.39%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88967" y="2176272"/>
            <a:ext cx="4607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-0.51%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5040" y="2560320"/>
            <a:ext cx="330021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10781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3.63%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35040" y="2944368"/>
            <a:ext cx="154831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35591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35040" y="3328415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14.57%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646919" y="1792224"/>
            <a:ext cx="1689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86162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2.02%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285406" y="2176272"/>
            <a:ext cx="36151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-4.31%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46919" y="2560320"/>
            <a:ext cx="211937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904577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2.53%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646919" y="2944368"/>
            <a:ext cx="1828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10928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0.07%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646919" y="3328415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101851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15.82%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1.8622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2026-06-18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1.9457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2026-06-17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2.0518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2026-06-17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1.2733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2026-06-16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2.4638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2026-06-17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1377786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110765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16.78%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2002364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-9.32%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1149582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17.37%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-11.07%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432928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21.65%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141657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36688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14.15%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198553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-9.24%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35.91%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文件路径：reports/2026-06-19.pptx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文件路径：reports/2026-06-19.md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2026-06-17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