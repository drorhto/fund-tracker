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26319" y="2176272"/>
            <a:ext cx="9684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79326" y="2560320"/>
            <a:ext cx="54383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716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7168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37038" y="1792224"/>
            <a:ext cx="9800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96295" y="2176272"/>
            <a:ext cx="33874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5.07%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49348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424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53862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19383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58383" y="1792224"/>
            <a:ext cx="98853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94726" y="2176272"/>
            <a:ext cx="55219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1851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3.90%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36762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60264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1.7029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1.8533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2.0886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1.2429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2.0284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8708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-10.59%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9354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2450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40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12.41%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764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6537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21.35%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1236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8320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-25.51%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37.17%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文件路径：reports/2026-09-24.pptx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文件路径：reports/2026-09-24.md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