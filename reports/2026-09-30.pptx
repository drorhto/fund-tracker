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-1.02%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6010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898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4573" y="2176272"/>
            <a:ext cx="43858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97774" y="2560320"/>
            <a:ext cx="32538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63981" y="2944368"/>
            <a:ext cx="65917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-2.51%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-4.01%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10317" y="2176272"/>
            <a:ext cx="62472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76611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4687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2429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05054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74087" y="3328415"/>
            <a:ext cx="86095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2104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-5.26%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32146" y="2176272"/>
            <a:ext cx="91477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-3.63%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50270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95342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60059" y="2944368"/>
            <a:ext cx="48686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-1.93%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657295" y="3328415"/>
            <a:ext cx="98962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1.6689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1.8361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2.0776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1.2244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1.9540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3080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9531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2107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8947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4962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6901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21.37%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5955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8359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-26.23%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37.11%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文件路径：reports/2026-09-30.pptx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文件路径：reports/2026-09-30.md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