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2026-08-24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0.73%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-0.58%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48354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5242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216932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85812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423160" y="2944368"/>
            <a:ext cx="40239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71276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562216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31096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07632" y="1792224"/>
            <a:ext cx="327407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86770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4846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30725" y="2560320"/>
            <a:ext cx="100431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80760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-2.66%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899785" y="2944368"/>
            <a:ext cx="135254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-0.36%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0916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08076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-3.51%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42574" y="1792224"/>
            <a:ext cx="50434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-1.86%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18249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134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56182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25446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2.07%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30197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94611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1.11%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-4.89%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1.7638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1.8863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2.0165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2.0344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2026-08-21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09295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20.46%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7143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13.05%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255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22.42%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27972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40.22%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文件路径：reports/2026-08-24.pptx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文件路径：reports/2026-08-24.md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